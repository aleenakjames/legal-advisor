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aleway"/>
      <p:regular r:id="rId36"/>
      <p:bold r:id="rId37"/>
      <p:italic r:id="rId38"/>
      <p:boldItalic r:id="rId39"/>
    </p:embeddedFont>
    <p:embeddedFont>
      <p:font typeface="Roboto"/>
      <p:regular r:id="rId40"/>
      <p:bold r:id="rId41"/>
      <p:italic r:id="rId42"/>
      <p:boldItalic r:id="rId43"/>
    </p:embeddedFont>
    <p:embeddedFont>
      <p:font typeface="Raleway Light"/>
      <p:regular r:id="rId44"/>
      <p:bold r:id="rId45"/>
      <p:italic r:id="rId46"/>
      <p:boldItalic r:id="rId47"/>
    </p:embeddedFont>
    <p:embeddedFont>
      <p:font typeface="Open Sans Light"/>
      <p:regular r:id="rId48"/>
      <p:bold r:id="rId49"/>
      <p:italic r:id="rId50"/>
      <p:boldItalic r:id="rId51"/>
    </p:embeddedFont>
    <p:embeddedFont>
      <p:font typeface="Century Gothic"/>
      <p:regular r:id="rId52"/>
      <p:bold r:id="rId53"/>
      <p:italic r:id="rId54"/>
      <p:boldItalic r:id="rId55"/>
    </p:embeddedFont>
    <p:embeddedFont>
      <p:font typeface="Karla"/>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0" roundtripDataSignature="AMtx7mg4eGIMxkLn58aCIoY/XfUWO9n0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613DEC-89D8-49C4-8838-6C89B8A56773}">
  <a:tblStyle styleId="{4C613DEC-89D8-49C4-8838-6C89B8A5677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4FBF032-526E-473C-B492-742502C03D9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42" Type="http://schemas.openxmlformats.org/officeDocument/2006/relationships/font" Target="fonts/Roboto-italic.fntdata"/><Relationship Id="rId41" Type="http://schemas.openxmlformats.org/officeDocument/2006/relationships/font" Target="fonts/Roboto-bold.fntdata"/><Relationship Id="rId44" Type="http://schemas.openxmlformats.org/officeDocument/2006/relationships/font" Target="fonts/RalewayLight-regular.fntdata"/><Relationship Id="rId43" Type="http://schemas.openxmlformats.org/officeDocument/2006/relationships/font" Target="fonts/Roboto-boldItalic.fntdata"/><Relationship Id="rId46" Type="http://schemas.openxmlformats.org/officeDocument/2006/relationships/font" Target="fonts/RalewayLight-italic.fntdata"/><Relationship Id="rId45" Type="http://schemas.openxmlformats.org/officeDocument/2006/relationships/font" Target="fonts/Raleway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Light-regular.fntdata"/><Relationship Id="rId47" Type="http://schemas.openxmlformats.org/officeDocument/2006/relationships/font" Target="fonts/RalewayLight-boldItalic.fntdata"/><Relationship Id="rId49" Type="http://schemas.openxmlformats.org/officeDocument/2006/relationships/font" Target="fonts/OpenSansLigh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Raleway-bold.fntdata"/><Relationship Id="rId36" Type="http://schemas.openxmlformats.org/officeDocument/2006/relationships/font" Target="fonts/Raleway-regular.fntdata"/><Relationship Id="rId39" Type="http://schemas.openxmlformats.org/officeDocument/2006/relationships/font" Target="fonts/Raleway-boldItalic.fntdata"/><Relationship Id="rId38" Type="http://schemas.openxmlformats.org/officeDocument/2006/relationships/font" Target="fonts/Raleway-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customschemas.google.com/relationships/presentationmetadata" Target="meta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Light-boldItalic.fntdata"/><Relationship Id="rId50" Type="http://schemas.openxmlformats.org/officeDocument/2006/relationships/font" Target="fonts/OpenSansLight-italic.fntdata"/><Relationship Id="rId53" Type="http://schemas.openxmlformats.org/officeDocument/2006/relationships/font" Target="fonts/CenturyGothic-bold.fntdata"/><Relationship Id="rId52" Type="http://schemas.openxmlformats.org/officeDocument/2006/relationships/font" Target="fonts/CenturyGothic-regular.fntdata"/><Relationship Id="rId11" Type="http://schemas.openxmlformats.org/officeDocument/2006/relationships/slide" Target="slides/slide5.xml"/><Relationship Id="rId55" Type="http://schemas.openxmlformats.org/officeDocument/2006/relationships/font" Target="fonts/CenturyGothic-boldItalic.fntdata"/><Relationship Id="rId10" Type="http://schemas.openxmlformats.org/officeDocument/2006/relationships/slide" Target="slides/slide4.xml"/><Relationship Id="rId54" Type="http://schemas.openxmlformats.org/officeDocument/2006/relationships/font" Target="fonts/CenturyGothic-italic.fntdata"/><Relationship Id="rId13" Type="http://schemas.openxmlformats.org/officeDocument/2006/relationships/slide" Target="slides/slide7.xml"/><Relationship Id="rId57" Type="http://schemas.openxmlformats.org/officeDocument/2006/relationships/font" Target="fonts/Karla-bold.fntdata"/><Relationship Id="rId12" Type="http://schemas.openxmlformats.org/officeDocument/2006/relationships/slide" Target="slides/slide6.xml"/><Relationship Id="rId56" Type="http://schemas.openxmlformats.org/officeDocument/2006/relationships/font" Target="fonts/Karla-regular.fntdata"/><Relationship Id="rId15" Type="http://schemas.openxmlformats.org/officeDocument/2006/relationships/slide" Target="slides/slide9.xml"/><Relationship Id="rId59" Type="http://schemas.openxmlformats.org/officeDocument/2006/relationships/font" Target="fonts/Karla-boldItalic.fntdata"/><Relationship Id="rId14" Type="http://schemas.openxmlformats.org/officeDocument/2006/relationships/slide" Target="slides/slide8.xml"/><Relationship Id="rId58" Type="http://schemas.openxmlformats.org/officeDocument/2006/relationships/font" Target="fonts/Karla-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61e43df7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61e43df7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1e43df79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1e43df79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61e43df79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61e43df79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4: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5: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6: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accent5"/>
        </a:solidFill>
      </p:bgPr>
    </p:bg>
    <p:spTree>
      <p:nvGrpSpPr>
        <p:cNvPr id="15" name="Shape 15"/>
        <p:cNvGrpSpPr/>
        <p:nvPr/>
      </p:nvGrpSpPr>
      <p:grpSpPr>
        <a:xfrm>
          <a:off x="0" y="0"/>
          <a:ext cx="0" cy="0"/>
          <a:chOff x="0" y="0"/>
          <a:chExt cx="0" cy="0"/>
        </a:xfrm>
      </p:grpSpPr>
      <p:sp>
        <p:nvSpPr>
          <p:cNvPr id="16" name="Google Shape;16;p28"/>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8"/>
          <p:cNvSpPr txBox="1"/>
          <p:nvPr>
            <p:ph idx="1" type="body"/>
          </p:nvPr>
        </p:nvSpPr>
        <p:spPr>
          <a:xfrm>
            <a:off x="363474" y="1357884"/>
            <a:ext cx="8250174" cy="312039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28"/>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19" name="Google Shape;19;p28"/>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8"/>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p:cSld name="Content with Caption">
    <p:bg>
      <p:bgPr>
        <a:solidFill>
          <a:schemeClr val="dk2"/>
        </a:solidFill>
      </p:bgPr>
    </p:bg>
    <p:spTree>
      <p:nvGrpSpPr>
        <p:cNvPr id="21" name="Shape 21"/>
        <p:cNvGrpSpPr/>
        <p:nvPr/>
      </p:nvGrpSpPr>
      <p:grpSpPr>
        <a:xfrm>
          <a:off x="0" y="0"/>
          <a:ext cx="0" cy="0"/>
          <a:chOff x="0" y="0"/>
          <a:chExt cx="0" cy="0"/>
        </a:xfrm>
      </p:grpSpPr>
      <p:sp>
        <p:nvSpPr>
          <p:cNvPr id="22" name="Google Shape;22;p29"/>
          <p:cNvSpPr/>
          <p:nvPr/>
        </p:nvSpPr>
        <p:spPr>
          <a:xfrm>
            <a:off x="607165" y="759078"/>
            <a:ext cx="5218312" cy="3796299"/>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23" name="Google Shape;23;p29"/>
          <p:cNvSpPr/>
          <p:nvPr/>
        </p:nvSpPr>
        <p:spPr>
          <a:xfrm>
            <a:off x="450254" y="587068"/>
            <a:ext cx="5218312" cy="3796299"/>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24" name="Google Shape;24;p29"/>
          <p:cNvSpPr txBox="1"/>
          <p:nvPr>
            <p:ph type="title"/>
          </p:nvPr>
        </p:nvSpPr>
        <p:spPr>
          <a:xfrm>
            <a:off x="1042416" y="1289304"/>
            <a:ext cx="3778758" cy="1282446"/>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45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29"/>
          <p:cNvSpPr/>
          <p:nvPr>
            <p:ph idx="2" type="pic"/>
          </p:nvPr>
        </p:nvSpPr>
        <p:spPr>
          <a:xfrm>
            <a:off x="6222492" y="0"/>
            <a:ext cx="2921508" cy="5143500"/>
          </a:xfrm>
          <a:prstGeom prst="rect">
            <a:avLst/>
          </a:prstGeom>
          <a:solidFill>
            <a:schemeClr val="accent1"/>
          </a:solidFill>
          <a:ln>
            <a:noFill/>
          </a:ln>
        </p:spPr>
      </p:sp>
      <p:sp>
        <p:nvSpPr>
          <p:cNvPr id="26" name="Google Shape;26;p29"/>
          <p:cNvSpPr txBox="1"/>
          <p:nvPr>
            <p:ph idx="1" type="body"/>
          </p:nvPr>
        </p:nvSpPr>
        <p:spPr>
          <a:xfrm>
            <a:off x="1042416" y="2290572"/>
            <a:ext cx="3758184" cy="159791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0"/>
              </a:spcBef>
              <a:spcAft>
                <a:spcPts val="0"/>
              </a:spcAft>
              <a:buClr>
                <a:schemeClr val="dk1"/>
              </a:buClr>
              <a:buSzPts val="1200"/>
              <a:buNone/>
              <a:defRPr sz="1200"/>
            </a:lvl1pPr>
            <a:lvl2pPr indent="-298450" lvl="1" marL="914400" algn="l">
              <a:lnSpc>
                <a:spcPct val="90000"/>
              </a:lnSpc>
              <a:spcBef>
                <a:spcPts val="400"/>
              </a:spcBef>
              <a:spcAft>
                <a:spcPts val="0"/>
              </a:spcAft>
              <a:buClr>
                <a:schemeClr val="dk1"/>
              </a:buClr>
              <a:buSzPts val="1100"/>
              <a:buChar char="•"/>
              <a:defRPr sz="1100"/>
            </a:lvl2pPr>
            <a:lvl3pPr indent="-285750" lvl="2" marL="1371600" algn="l">
              <a:lnSpc>
                <a:spcPct val="90000"/>
              </a:lnSpc>
              <a:spcBef>
                <a:spcPts val="400"/>
              </a:spcBef>
              <a:spcAft>
                <a:spcPts val="0"/>
              </a:spcAft>
              <a:buClr>
                <a:schemeClr val="dk1"/>
              </a:buClr>
              <a:buSzPts val="900"/>
              <a:buChar char="•"/>
              <a:defRPr sz="900"/>
            </a:lvl3pPr>
            <a:lvl4pPr indent="-279400" lvl="3" marL="1828800" algn="l">
              <a:lnSpc>
                <a:spcPct val="90000"/>
              </a:lnSpc>
              <a:spcBef>
                <a:spcPts val="400"/>
              </a:spcBef>
              <a:spcAft>
                <a:spcPts val="0"/>
              </a:spcAft>
              <a:buClr>
                <a:schemeClr val="dk1"/>
              </a:buClr>
              <a:buSzPts val="800"/>
              <a:buChar char="•"/>
              <a:defRPr sz="800"/>
            </a:lvl4pPr>
            <a:lvl5pPr indent="-279400" lvl="4" marL="2286000" algn="l">
              <a:lnSpc>
                <a:spcPct val="90000"/>
              </a:lnSpc>
              <a:spcBef>
                <a:spcPts val="400"/>
              </a:spcBef>
              <a:spcAft>
                <a:spcPts val="0"/>
              </a:spcAft>
              <a:buClr>
                <a:schemeClr val="dk1"/>
              </a:buClr>
              <a:buSzPts val="8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27" name="Google Shape;27;p29"/>
          <p:cNvCxnSpPr/>
          <p:nvPr/>
        </p:nvCxnSpPr>
        <p:spPr>
          <a:xfrm>
            <a:off x="8457256" y="4896612"/>
            <a:ext cx="685800" cy="0"/>
          </a:xfrm>
          <a:prstGeom prst="straightConnector1">
            <a:avLst/>
          </a:prstGeom>
          <a:noFill/>
          <a:ln cap="flat" cmpd="sng" w="12700">
            <a:solidFill>
              <a:schemeClr val="lt1"/>
            </a:solidFill>
            <a:prstDash val="solid"/>
            <a:miter lim="800000"/>
            <a:headEnd len="sm" w="sm" type="none"/>
            <a:tailEnd len="sm" w="sm" type="none"/>
          </a:ln>
        </p:spPr>
      </p:cxnSp>
      <p:sp>
        <p:nvSpPr>
          <p:cNvPr id="28" name="Google Shape;28;p29"/>
          <p:cNvSpPr txBox="1"/>
          <p:nvPr>
            <p:ph idx="12" type="sldNum"/>
          </p:nvPr>
        </p:nvSpPr>
        <p:spPr>
          <a:xfrm>
            <a:off x="297180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grpSp>
        <p:nvGrpSpPr>
          <p:cNvPr id="29" name="Google Shape;29;p29"/>
          <p:cNvGrpSpPr/>
          <p:nvPr/>
        </p:nvGrpSpPr>
        <p:grpSpPr>
          <a:xfrm>
            <a:off x="0" y="4895251"/>
            <a:ext cx="6220615" cy="4213"/>
            <a:chOff x="0" y="6527001"/>
            <a:chExt cx="8294153" cy="5617"/>
          </a:xfrm>
        </p:grpSpPr>
        <p:cxnSp>
          <p:nvCxnSpPr>
            <p:cNvPr id="30" name="Google Shape;30;p29"/>
            <p:cNvCxnSpPr/>
            <p:nvPr/>
          </p:nvCxnSpPr>
          <p:spPr>
            <a:xfrm>
              <a:off x="0" y="6527001"/>
              <a:ext cx="3935513" cy="5617"/>
            </a:xfrm>
            <a:prstGeom prst="straightConnector1">
              <a:avLst/>
            </a:prstGeom>
            <a:noFill/>
            <a:ln cap="flat" cmpd="sng" w="12700">
              <a:solidFill>
                <a:schemeClr val="lt1"/>
              </a:solidFill>
              <a:prstDash val="solid"/>
              <a:miter lim="800000"/>
              <a:headEnd len="sm" w="sm" type="none"/>
              <a:tailEnd len="sm" w="sm" type="none"/>
            </a:ln>
          </p:spPr>
        </p:cxnSp>
        <p:cxnSp>
          <p:nvCxnSpPr>
            <p:cNvPr id="31" name="Google Shape;31;p29"/>
            <p:cNvCxnSpPr/>
            <p:nvPr/>
          </p:nvCxnSpPr>
          <p:spPr>
            <a:xfrm>
              <a:off x="4358640" y="6527001"/>
              <a:ext cx="3935513" cy="5617"/>
            </a:xfrm>
            <a:prstGeom prst="straightConnector1">
              <a:avLst/>
            </a:prstGeom>
            <a:noFill/>
            <a:ln cap="flat" cmpd="sng" w="12700">
              <a:solidFill>
                <a:schemeClr val="lt1"/>
              </a:solidFill>
              <a:prstDash val="solid"/>
              <a:miter lim="800000"/>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accent4"/>
        </a:solidFill>
      </p:bgPr>
    </p:bg>
    <p:spTree>
      <p:nvGrpSpPr>
        <p:cNvPr id="32" name="Shape 32"/>
        <p:cNvGrpSpPr/>
        <p:nvPr/>
      </p:nvGrpSpPr>
      <p:grpSpPr>
        <a:xfrm>
          <a:off x="0" y="0"/>
          <a:ext cx="0" cy="0"/>
          <a:chOff x="0" y="0"/>
          <a:chExt cx="0" cy="0"/>
        </a:xfrm>
      </p:grpSpPr>
      <p:sp>
        <p:nvSpPr>
          <p:cNvPr id="33" name="Google Shape;33;p30"/>
          <p:cNvSpPr txBox="1"/>
          <p:nvPr>
            <p:ph type="title"/>
          </p:nvPr>
        </p:nvSpPr>
        <p:spPr>
          <a:xfrm>
            <a:off x="548640" y="1460754"/>
            <a:ext cx="2263140" cy="145389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dk1"/>
              </a:buClr>
              <a:buSzPts val="4500"/>
              <a:buFont typeface="Century Gothic"/>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30"/>
          <p:cNvSpPr txBox="1"/>
          <p:nvPr>
            <p:ph idx="1" type="body"/>
          </p:nvPr>
        </p:nvSpPr>
        <p:spPr>
          <a:xfrm>
            <a:off x="569214" y="3209544"/>
            <a:ext cx="2235708" cy="301752"/>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1500"/>
              <a:buNone/>
              <a:defRPr sz="1500">
                <a:solidFill>
                  <a:schemeClr val="dk1"/>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5" name="Google Shape;35;p30"/>
          <p:cNvSpPr/>
          <p:nvPr/>
        </p:nvSpPr>
        <p:spPr>
          <a:xfrm>
            <a:off x="3826681" y="447795"/>
            <a:ext cx="4462269" cy="4462269"/>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36" name="Google Shape;36;p30"/>
          <p:cNvSpPr/>
          <p:nvPr>
            <p:ph idx="2" type="pic"/>
          </p:nvPr>
        </p:nvSpPr>
        <p:spPr>
          <a:xfrm>
            <a:off x="3751326" y="315468"/>
            <a:ext cx="4423410" cy="4423410"/>
          </a:xfrm>
          <a:prstGeom prst="ellipse">
            <a:avLst/>
          </a:prstGeom>
          <a:solidFill>
            <a:schemeClr val="accent1"/>
          </a:solidFill>
          <a:ln cap="flat" cmpd="sng" w="25400">
            <a:solidFill>
              <a:schemeClr val="dk1"/>
            </a:solidFill>
            <a:prstDash val="solid"/>
            <a:round/>
            <a:headEnd len="sm" w="sm" type="none"/>
            <a:tailEnd len="sm" w="sm" type="none"/>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accent3"/>
        </a:solidFill>
      </p:bgPr>
    </p:bg>
    <p:spTree>
      <p:nvGrpSpPr>
        <p:cNvPr id="37" name="Shape 37"/>
        <p:cNvGrpSpPr/>
        <p:nvPr/>
      </p:nvGrpSpPr>
      <p:grpSpPr>
        <a:xfrm>
          <a:off x="0" y="0"/>
          <a:ext cx="0" cy="0"/>
          <a:chOff x="0" y="0"/>
          <a:chExt cx="0" cy="0"/>
        </a:xfrm>
      </p:grpSpPr>
      <p:sp>
        <p:nvSpPr>
          <p:cNvPr id="38" name="Google Shape;38;p31"/>
          <p:cNvSpPr/>
          <p:nvPr/>
        </p:nvSpPr>
        <p:spPr>
          <a:xfrm>
            <a:off x="815460" y="871059"/>
            <a:ext cx="7665839" cy="3623807"/>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rgbClr val="FAF3DF"/>
              </a:solidFill>
              <a:latin typeface="Karla"/>
              <a:ea typeface="Karla"/>
              <a:cs typeface="Karla"/>
              <a:sym typeface="Karla"/>
            </a:endParaRPr>
          </a:p>
        </p:txBody>
      </p:sp>
      <p:sp>
        <p:nvSpPr>
          <p:cNvPr id="39" name="Google Shape;39;p31"/>
          <p:cNvSpPr/>
          <p:nvPr/>
        </p:nvSpPr>
        <p:spPr>
          <a:xfrm>
            <a:off x="643778" y="600075"/>
            <a:ext cx="7665839" cy="3714751"/>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40" name="Google Shape;40;p31"/>
          <p:cNvSpPr txBox="1"/>
          <p:nvPr>
            <p:ph type="title"/>
          </p:nvPr>
        </p:nvSpPr>
        <p:spPr>
          <a:xfrm>
            <a:off x="2146554" y="1741932"/>
            <a:ext cx="4855464" cy="1426464"/>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3000"/>
              <a:buFont typeface="Century Gothic"/>
              <a:buNone/>
              <a:defRPr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31"/>
          <p:cNvSpPr txBox="1"/>
          <p:nvPr>
            <p:ph idx="1" type="body"/>
          </p:nvPr>
        </p:nvSpPr>
        <p:spPr>
          <a:xfrm>
            <a:off x="770906" y="606827"/>
            <a:ext cx="1349216" cy="1546622"/>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8800"/>
              <a:buNone/>
              <a:defRPr b="1" sz="18800">
                <a:solidFill>
                  <a:schemeClr val="dk2"/>
                </a:solidFill>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31"/>
          <p:cNvSpPr txBox="1"/>
          <p:nvPr>
            <p:ph idx="2" type="body"/>
          </p:nvPr>
        </p:nvSpPr>
        <p:spPr>
          <a:xfrm>
            <a:off x="2146554" y="3250692"/>
            <a:ext cx="1755648" cy="438912"/>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1500"/>
              <a:buNone/>
              <a:defRPr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 name="Google Shape;43;p31"/>
          <p:cNvSpPr txBox="1"/>
          <p:nvPr>
            <p:ph idx="3" type="body"/>
          </p:nvPr>
        </p:nvSpPr>
        <p:spPr>
          <a:xfrm>
            <a:off x="6960870" y="2967954"/>
            <a:ext cx="1349216" cy="1546622"/>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8800"/>
              <a:buNone/>
              <a:defRPr b="1" sz="18800">
                <a:solidFill>
                  <a:schemeClr val="dk2"/>
                </a:solidFill>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31"/>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5" name="Google Shape;45;p31"/>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31"/>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4">
  <p:cSld name="Team x4">
    <p:bg>
      <p:bgPr>
        <a:solidFill>
          <a:schemeClr val="dk2"/>
        </a:solidFill>
      </p:bgPr>
    </p:bg>
    <p:spTree>
      <p:nvGrpSpPr>
        <p:cNvPr id="47" name="Shape 47"/>
        <p:cNvGrpSpPr/>
        <p:nvPr/>
      </p:nvGrpSpPr>
      <p:grpSpPr>
        <a:xfrm>
          <a:off x="0" y="0"/>
          <a:ext cx="0" cy="0"/>
          <a:chOff x="0" y="0"/>
          <a:chExt cx="0" cy="0"/>
        </a:xfrm>
      </p:grpSpPr>
      <p:sp>
        <p:nvSpPr>
          <p:cNvPr id="48" name="Google Shape;48;p32"/>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lt1"/>
              </a:buClr>
              <a:buSzPts val="4500"/>
              <a:buFont typeface="Century Gothic"/>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32"/>
          <p:cNvSpPr/>
          <p:nvPr/>
        </p:nvSpPr>
        <p:spPr>
          <a:xfrm>
            <a:off x="521192" y="1748063"/>
            <a:ext cx="1906524" cy="2400300"/>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50" name="Google Shape;50;p32"/>
          <p:cNvSpPr/>
          <p:nvPr/>
        </p:nvSpPr>
        <p:spPr>
          <a:xfrm>
            <a:off x="2655750" y="1748063"/>
            <a:ext cx="1906524" cy="2400300"/>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51" name="Google Shape;51;p32"/>
          <p:cNvSpPr/>
          <p:nvPr/>
        </p:nvSpPr>
        <p:spPr>
          <a:xfrm>
            <a:off x="4790310" y="1746303"/>
            <a:ext cx="1906524" cy="2400300"/>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52" name="Google Shape;52;p32"/>
          <p:cNvSpPr/>
          <p:nvPr/>
        </p:nvSpPr>
        <p:spPr>
          <a:xfrm>
            <a:off x="6924869" y="1746303"/>
            <a:ext cx="1906524" cy="2400300"/>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53" name="Google Shape;53;p32"/>
          <p:cNvSpPr txBox="1"/>
          <p:nvPr>
            <p:ph idx="1" type="body"/>
          </p:nvPr>
        </p:nvSpPr>
        <p:spPr>
          <a:xfrm>
            <a:off x="424362" y="1644781"/>
            <a:ext cx="1885950" cy="2400300"/>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783075">
            <a:noAutofit/>
          </a:bodyPr>
          <a:lstStyle>
            <a:lvl1pPr indent="-228600" lvl="0" marL="457200" algn="ctr">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32"/>
          <p:cNvSpPr/>
          <p:nvPr>
            <p:ph idx="2" type="pic"/>
          </p:nvPr>
        </p:nvSpPr>
        <p:spPr>
          <a:xfrm>
            <a:off x="434649" y="1644781"/>
            <a:ext cx="1865376" cy="1577340"/>
          </a:xfrm>
          <a:prstGeom prst="rect">
            <a:avLst/>
          </a:prstGeom>
          <a:noFill/>
          <a:ln cap="flat" cmpd="sng" w="25400">
            <a:solidFill>
              <a:schemeClr val="dk1"/>
            </a:solidFill>
            <a:prstDash val="solid"/>
            <a:round/>
            <a:headEnd len="sm" w="sm" type="none"/>
            <a:tailEnd len="sm" w="sm" type="none"/>
          </a:ln>
        </p:spPr>
      </p:sp>
      <p:sp>
        <p:nvSpPr>
          <p:cNvPr id="55" name="Google Shape;55;p32"/>
          <p:cNvSpPr txBox="1"/>
          <p:nvPr>
            <p:ph idx="3" type="body"/>
          </p:nvPr>
        </p:nvSpPr>
        <p:spPr>
          <a:xfrm>
            <a:off x="435165" y="3634910"/>
            <a:ext cx="1885950" cy="253746"/>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dk1"/>
              </a:buClr>
              <a:buSzPts val="1200"/>
              <a:buNone/>
              <a:defRPr sz="12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32"/>
          <p:cNvSpPr txBox="1"/>
          <p:nvPr>
            <p:ph idx="4" type="body"/>
          </p:nvPr>
        </p:nvSpPr>
        <p:spPr>
          <a:xfrm>
            <a:off x="2564892" y="1644781"/>
            <a:ext cx="1885950" cy="2400300"/>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783075">
            <a:noAutofit/>
          </a:bodyPr>
          <a:lstStyle>
            <a:lvl1pPr indent="-228600" lvl="0" marL="457200" algn="ctr">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32"/>
          <p:cNvSpPr/>
          <p:nvPr>
            <p:ph idx="5" type="pic"/>
          </p:nvPr>
        </p:nvSpPr>
        <p:spPr>
          <a:xfrm>
            <a:off x="2575179" y="1644781"/>
            <a:ext cx="1865376" cy="1577340"/>
          </a:xfrm>
          <a:prstGeom prst="rect">
            <a:avLst/>
          </a:prstGeom>
          <a:noFill/>
          <a:ln cap="flat" cmpd="sng" w="25400">
            <a:solidFill>
              <a:schemeClr val="dk1"/>
            </a:solidFill>
            <a:prstDash val="solid"/>
            <a:round/>
            <a:headEnd len="sm" w="sm" type="none"/>
            <a:tailEnd len="sm" w="sm" type="none"/>
          </a:ln>
        </p:spPr>
      </p:sp>
      <p:sp>
        <p:nvSpPr>
          <p:cNvPr id="58" name="Google Shape;58;p32"/>
          <p:cNvSpPr txBox="1"/>
          <p:nvPr>
            <p:ph idx="6" type="body"/>
          </p:nvPr>
        </p:nvSpPr>
        <p:spPr>
          <a:xfrm>
            <a:off x="2564892" y="3634910"/>
            <a:ext cx="1885950" cy="253746"/>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dk1"/>
              </a:buClr>
              <a:buSzPts val="1200"/>
              <a:buNone/>
              <a:defRPr sz="12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32"/>
          <p:cNvSpPr txBox="1"/>
          <p:nvPr>
            <p:ph idx="7" type="body"/>
          </p:nvPr>
        </p:nvSpPr>
        <p:spPr>
          <a:xfrm>
            <a:off x="4697730" y="1644781"/>
            <a:ext cx="1885950" cy="2400300"/>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783075">
            <a:noAutofit/>
          </a:bodyPr>
          <a:lstStyle>
            <a:lvl1pPr indent="-228600" lvl="0" marL="457200" algn="ctr">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32"/>
          <p:cNvSpPr/>
          <p:nvPr>
            <p:ph idx="8" type="pic"/>
          </p:nvPr>
        </p:nvSpPr>
        <p:spPr>
          <a:xfrm>
            <a:off x="4708017" y="1644781"/>
            <a:ext cx="1865376" cy="1577340"/>
          </a:xfrm>
          <a:prstGeom prst="rect">
            <a:avLst/>
          </a:prstGeom>
          <a:noFill/>
          <a:ln cap="flat" cmpd="sng" w="25400">
            <a:solidFill>
              <a:schemeClr val="dk1"/>
            </a:solidFill>
            <a:prstDash val="solid"/>
            <a:round/>
            <a:headEnd len="sm" w="sm" type="none"/>
            <a:tailEnd len="sm" w="sm" type="none"/>
          </a:ln>
        </p:spPr>
      </p:sp>
      <p:sp>
        <p:nvSpPr>
          <p:cNvPr id="61" name="Google Shape;61;p32"/>
          <p:cNvSpPr txBox="1"/>
          <p:nvPr>
            <p:ph idx="9" type="body"/>
          </p:nvPr>
        </p:nvSpPr>
        <p:spPr>
          <a:xfrm>
            <a:off x="4697730" y="3634910"/>
            <a:ext cx="1885950" cy="253746"/>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dk1"/>
              </a:buClr>
              <a:buSzPts val="1200"/>
              <a:buNone/>
              <a:defRPr sz="12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32"/>
          <p:cNvSpPr txBox="1"/>
          <p:nvPr>
            <p:ph idx="13" type="body"/>
          </p:nvPr>
        </p:nvSpPr>
        <p:spPr>
          <a:xfrm>
            <a:off x="6830568" y="1627160"/>
            <a:ext cx="1885950" cy="2400300"/>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783075">
            <a:noAutofit/>
          </a:bodyPr>
          <a:lstStyle>
            <a:lvl1pPr indent="-228600" lvl="0" marL="457200" algn="ctr">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32"/>
          <p:cNvSpPr/>
          <p:nvPr>
            <p:ph idx="14" type="pic"/>
          </p:nvPr>
        </p:nvSpPr>
        <p:spPr>
          <a:xfrm>
            <a:off x="6840855" y="1627160"/>
            <a:ext cx="1865376" cy="1577340"/>
          </a:xfrm>
          <a:prstGeom prst="rect">
            <a:avLst/>
          </a:prstGeom>
          <a:noFill/>
          <a:ln cap="flat" cmpd="sng" w="25400">
            <a:solidFill>
              <a:schemeClr val="dk1"/>
            </a:solidFill>
            <a:prstDash val="solid"/>
            <a:round/>
            <a:headEnd len="sm" w="sm" type="none"/>
            <a:tailEnd len="sm" w="sm" type="none"/>
          </a:ln>
        </p:spPr>
      </p:sp>
      <p:sp>
        <p:nvSpPr>
          <p:cNvPr id="64" name="Google Shape;64;p32"/>
          <p:cNvSpPr txBox="1"/>
          <p:nvPr>
            <p:ph idx="15" type="body"/>
          </p:nvPr>
        </p:nvSpPr>
        <p:spPr>
          <a:xfrm>
            <a:off x="6830568" y="3634910"/>
            <a:ext cx="1885950" cy="253746"/>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dk1"/>
              </a:buClr>
              <a:buSzPts val="1200"/>
              <a:buNone/>
              <a:defRPr sz="12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65" name="Google Shape;65;p32"/>
          <p:cNvCxnSpPr/>
          <p:nvPr/>
        </p:nvCxnSpPr>
        <p:spPr>
          <a:xfrm>
            <a:off x="0" y="4901914"/>
            <a:ext cx="628650" cy="0"/>
          </a:xfrm>
          <a:prstGeom prst="straightConnector1">
            <a:avLst/>
          </a:prstGeom>
          <a:noFill/>
          <a:ln cap="flat" cmpd="sng" w="12700">
            <a:solidFill>
              <a:schemeClr val="lt1"/>
            </a:solidFill>
            <a:prstDash val="solid"/>
            <a:miter lim="800000"/>
            <a:headEnd len="sm" w="sm" type="none"/>
            <a:tailEnd len="sm" w="sm" type="none"/>
          </a:ln>
        </p:spPr>
      </p:cxnSp>
      <p:cxnSp>
        <p:nvCxnSpPr>
          <p:cNvPr id="66" name="Google Shape;66;p32"/>
          <p:cNvCxnSpPr/>
          <p:nvPr/>
        </p:nvCxnSpPr>
        <p:spPr>
          <a:xfrm>
            <a:off x="903769" y="4901914"/>
            <a:ext cx="3120390" cy="0"/>
          </a:xfrm>
          <a:prstGeom prst="straightConnector1">
            <a:avLst/>
          </a:prstGeom>
          <a:noFill/>
          <a:ln cap="flat" cmpd="sng" w="12700">
            <a:solidFill>
              <a:schemeClr val="lt1"/>
            </a:solidFill>
            <a:prstDash val="solid"/>
            <a:miter lim="800000"/>
            <a:headEnd len="sm" w="sm" type="none"/>
            <a:tailEnd len="sm" w="sm" type="none"/>
          </a:ln>
        </p:spPr>
      </p:cxnSp>
      <p:cxnSp>
        <p:nvCxnSpPr>
          <p:cNvPr id="67" name="Google Shape;67;p32"/>
          <p:cNvCxnSpPr/>
          <p:nvPr/>
        </p:nvCxnSpPr>
        <p:spPr>
          <a:xfrm>
            <a:off x="5101590" y="4896609"/>
            <a:ext cx="2880360" cy="0"/>
          </a:xfrm>
          <a:prstGeom prst="straightConnector1">
            <a:avLst/>
          </a:prstGeom>
          <a:noFill/>
          <a:ln cap="flat" cmpd="sng" w="12700">
            <a:solidFill>
              <a:schemeClr val="lt1"/>
            </a:solidFill>
            <a:prstDash val="solid"/>
            <a:miter lim="800000"/>
            <a:headEnd len="sm" w="sm" type="none"/>
            <a:tailEnd len="sm" w="sm" type="none"/>
          </a:ln>
        </p:spPr>
      </p:cxnSp>
      <p:cxnSp>
        <p:nvCxnSpPr>
          <p:cNvPr id="68" name="Google Shape;68;p32"/>
          <p:cNvCxnSpPr/>
          <p:nvPr/>
        </p:nvCxnSpPr>
        <p:spPr>
          <a:xfrm>
            <a:off x="8457256" y="4896612"/>
            <a:ext cx="685800" cy="0"/>
          </a:xfrm>
          <a:prstGeom prst="straightConnector1">
            <a:avLst/>
          </a:prstGeom>
          <a:noFill/>
          <a:ln cap="flat" cmpd="sng" w="12700">
            <a:solidFill>
              <a:schemeClr val="lt1"/>
            </a:solidFill>
            <a:prstDash val="solid"/>
            <a:miter lim="800000"/>
            <a:headEnd len="sm" w="sm" type="none"/>
            <a:tailEnd len="sm" w="sm" type="none"/>
          </a:ln>
        </p:spPr>
      </p:cxnSp>
      <p:sp>
        <p:nvSpPr>
          <p:cNvPr id="69" name="Google Shape;69;p32"/>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70" name="Google Shape;70;p32"/>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32"/>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showMasterSp="0">
  <p:cSld name="Team x8">
    <p:bg>
      <p:bgPr>
        <a:solidFill>
          <a:schemeClr val="accent2"/>
        </a:solidFill>
      </p:bgPr>
    </p:bg>
    <p:spTree>
      <p:nvGrpSpPr>
        <p:cNvPr id="72" name="Shape 72"/>
        <p:cNvGrpSpPr/>
        <p:nvPr/>
      </p:nvGrpSpPr>
      <p:grpSpPr>
        <a:xfrm>
          <a:off x="0" y="0"/>
          <a:ext cx="0" cy="0"/>
          <a:chOff x="0" y="0"/>
          <a:chExt cx="0" cy="0"/>
        </a:xfrm>
      </p:grpSpPr>
      <p:sp>
        <p:nvSpPr>
          <p:cNvPr id="73" name="Google Shape;73;p33"/>
          <p:cNvSpPr/>
          <p:nvPr/>
        </p:nvSpPr>
        <p:spPr>
          <a:xfrm>
            <a:off x="497663" y="1475725"/>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4" name="Google Shape;74;p33"/>
          <p:cNvSpPr/>
          <p:nvPr/>
        </p:nvSpPr>
        <p:spPr>
          <a:xfrm>
            <a:off x="497663" y="3253388"/>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5" name="Google Shape;75;p33"/>
          <p:cNvSpPr/>
          <p:nvPr/>
        </p:nvSpPr>
        <p:spPr>
          <a:xfrm>
            <a:off x="2632222" y="1475725"/>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6" name="Google Shape;76;p33"/>
          <p:cNvSpPr/>
          <p:nvPr/>
        </p:nvSpPr>
        <p:spPr>
          <a:xfrm>
            <a:off x="2632221" y="3253388"/>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7" name="Google Shape;77;p33"/>
          <p:cNvSpPr/>
          <p:nvPr/>
        </p:nvSpPr>
        <p:spPr>
          <a:xfrm>
            <a:off x="4766782" y="1473965"/>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8" name="Google Shape;78;p33"/>
          <p:cNvSpPr/>
          <p:nvPr/>
        </p:nvSpPr>
        <p:spPr>
          <a:xfrm>
            <a:off x="4766781" y="3251629"/>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79" name="Google Shape;79;p33"/>
          <p:cNvSpPr/>
          <p:nvPr/>
        </p:nvSpPr>
        <p:spPr>
          <a:xfrm>
            <a:off x="6901340" y="1473965"/>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80" name="Google Shape;80;p33"/>
          <p:cNvSpPr/>
          <p:nvPr/>
        </p:nvSpPr>
        <p:spPr>
          <a:xfrm>
            <a:off x="6901340" y="3251629"/>
            <a:ext cx="1907899" cy="1564075"/>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81" name="Google Shape;81;p33"/>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4500"/>
              <a:buFont typeface="Century Gothic"/>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33"/>
          <p:cNvSpPr txBox="1"/>
          <p:nvPr>
            <p:ph idx="1" type="body"/>
          </p:nvPr>
        </p:nvSpPr>
        <p:spPr>
          <a:xfrm>
            <a:off x="424362" y="139903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33"/>
          <p:cNvSpPr/>
          <p:nvPr>
            <p:ph idx="2" type="pic"/>
          </p:nvPr>
        </p:nvSpPr>
        <p:spPr>
          <a:xfrm>
            <a:off x="434649" y="1405890"/>
            <a:ext cx="1865376" cy="960120"/>
          </a:xfrm>
          <a:prstGeom prst="rect">
            <a:avLst/>
          </a:prstGeom>
          <a:noFill/>
          <a:ln cap="flat" cmpd="sng" w="25400">
            <a:solidFill>
              <a:schemeClr val="dk1"/>
            </a:solidFill>
            <a:prstDash val="solid"/>
            <a:round/>
            <a:headEnd len="sm" w="sm" type="none"/>
            <a:tailEnd len="sm" w="sm" type="none"/>
          </a:ln>
        </p:spPr>
      </p:sp>
      <p:sp>
        <p:nvSpPr>
          <p:cNvPr id="84" name="Google Shape;84;p33"/>
          <p:cNvSpPr txBox="1"/>
          <p:nvPr>
            <p:ph idx="3" type="body"/>
          </p:nvPr>
        </p:nvSpPr>
        <p:spPr>
          <a:xfrm>
            <a:off x="435165" y="2688676"/>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33"/>
          <p:cNvSpPr txBox="1"/>
          <p:nvPr>
            <p:ph idx="4" type="body"/>
          </p:nvPr>
        </p:nvSpPr>
        <p:spPr>
          <a:xfrm>
            <a:off x="424362" y="318211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33"/>
          <p:cNvSpPr/>
          <p:nvPr>
            <p:ph idx="5" type="pic"/>
          </p:nvPr>
        </p:nvSpPr>
        <p:spPr>
          <a:xfrm>
            <a:off x="434649" y="3182112"/>
            <a:ext cx="1865376" cy="960120"/>
          </a:xfrm>
          <a:prstGeom prst="rect">
            <a:avLst/>
          </a:prstGeom>
          <a:noFill/>
          <a:ln cap="flat" cmpd="sng" w="25400">
            <a:solidFill>
              <a:schemeClr val="dk1"/>
            </a:solidFill>
            <a:prstDash val="solid"/>
            <a:round/>
            <a:headEnd len="sm" w="sm" type="none"/>
            <a:tailEnd len="sm" w="sm" type="none"/>
          </a:ln>
        </p:spPr>
      </p:sp>
      <p:sp>
        <p:nvSpPr>
          <p:cNvPr id="87" name="Google Shape;87;p33"/>
          <p:cNvSpPr txBox="1"/>
          <p:nvPr>
            <p:ph idx="6" type="body"/>
          </p:nvPr>
        </p:nvSpPr>
        <p:spPr>
          <a:xfrm>
            <a:off x="435165" y="4460452"/>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33"/>
          <p:cNvSpPr txBox="1"/>
          <p:nvPr>
            <p:ph idx="7" type="body"/>
          </p:nvPr>
        </p:nvSpPr>
        <p:spPr>
          <a:xfrm>
            <a:off x="2564892" y="139903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33"/>
          <p:cNvSpPr/>
          <p:nvPr>
            <p:ph idx="8" type="pic"/>
          </p:nvPr>
        </p:nvSpPr>
        <p:spPr>
          <a:xfrm>
            <a:off x="2575179" y="1405890"/>
            <a:ext cx="1865376" cy="960120"/>
          </a:xfrm>
          <a:prstGeom prst="rect">
            <a:avLst/>
          </a:prstGeom>
          <a:noFill/>
          <a:ln cap="flat" cmpd="sng" w="25400">
            <a:solidFill>
              <a:schemeClr val="dk1"/>
            </a:solidFill>
            <a:prstDash val="solid"/>
            <a:round/>
            <a:headEnd len="sm" w="sm" type="none"/>
            <a:tailEnd len="sm" w="sm" type="none"/>
          </a:ln>
        </p:spPr>
      </p:sp>
      <p:sp>
        <p:nvSpPr>
          <p:cNvPr id="90" name="Google Shape;90;p33"/>
          <p:cNvSpPr txBox="1"/>
          <p:nvPr>
            <p:ph idx="9" type="body"/>
          </p:nvPr>
        </p:nvSpPr>
        <p:spPr>
          <a:xfrm>
            <a:off x="2564892" y="2688676"/>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33"/>
          <p:cNvSpPr txBox="1"/>
          <p:nvPr>
            <p:ph idx="13" type="body"/>
          </p:nvPr>
        </p:nvSpPr>
        <p:spPr>
          <a:xfrm>
            <a:off x="2564892" y="318211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33"/>
          <p:cNvSpPr/>
          <p:nvPr>
            <p:ph idx="14" type="pic"/>
          </p:nvPr>
        </p:nvSpPr>
        <p:spPr>
          <a:xfrm>
            <a:off x="2575179" y="3182112"/>
            <a:ext cx="1865376" cy="960120"/>
          </a:xfrm>
          <a:prstGeom prst="rect">
            <a:avLst/>
          </a:prstGeom>
          <a:noFill/>
          <a:ln cap="flat" cmpd="sng" w="25400">
            <a:solidFill>
              <a:schemeClr val="dk1"/>
            </a:solidFill>
            <a:prstDash val="solid"/>
            <a:round/>
            <a:headEnd len="sm" w="sm" type="none"/>
            <a:tailEnd len="sm" w="sm" type="none"/>
          </a:ln>
        </p:spPr>
      </p:sp>
      <p:sp>
        <p:nvSpPr>
          <p:cNvPr id="93" name="Google Shape;93;p33"/>
          <p:cNvSpPr txBox="1"/>
          <p:nvPr>
            <p:ph idx="15" type="body"/>
          </p:nvPr>
        </p:nvSpPr>
        <p:spPr>
          <a:xfrm>
            <a:off x="2564892" y="4460452"/>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 name="Google Shape;94;p33"/>
          <p:cNvSpPr txBox="1"/>
          <p:nvPr>
            <p:ph idx="16" type="body"/>
          </p:nvPr>
        </p:nvSpPr>
        <p:spPr>
          <a:xfrm>
            <a:off x="4697730" y="139903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33"/>
          <p:cNvSpPr/>
          <p:nvPr>
            <p:ph idx="17" type="pic"/>
          </p:nvPr>
        </p:nvSpPr>
        <p:spPr>
          <a:xfrm>
            <a:off x="4708017" y="1405890"/>
            <a:ext cx="1865376" cy="960120"/>
          </a:xfrm>
          <a:prstGeom prst="rect">
            <a:avLst/>
          </a:prstGeom>
          <a:noFill/>
          <a:ln cap="flat" cmpd="sng" w="25400">
            <a:solidFill>
              <a:schemeClr val="dk1"/>
            </a:solidFill>
            <a:prstDash val="solid"/>
            <a:round/>
            <a:headEnd len="sm" w="sm" type="none"/>
            <a:tailEnd len="sm" w="sm" type="none"/>
          </a:ln>
        </p:spPr>
      </p:sp>
      <p:sp>
        <p:nvSpPr>
          <p:cNvPr id="96" name="Google Shape;96;p33"/>
          <p:cNvSpPr txBox="1"/>
          <p:nvPr>
            <p:ph idx="18" type="body"/>
          </p:nvPr>
        </p:nvSpPr>
        <p:spPr>
          <a:xfrm>
            <a:off x="4697730" y="2688676"/>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33"/>
          <p:cNvSpPr txBox="1"/>
          <p:nvPr>
            <p:ph idx="19" type="body"/>
          </p:nvPr>
        </p:nvSpPr>
        <p:spPr>
          <a:xfrm>
            <a:off x="4697730" y="318211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33"/>
          <p:cNvSpPr/>
          <p:nvPr>
            <p:ph idx="20" type="pic"/>
          </p:nvPr>
        </p:nvSpPr>
        <p:spPr>
          <a:xfrm>
            <a:off x="4708017" y="3182112"/>
            <a:ext cx="1865376" cy="960120"/>
          </a:xfrm>
          <a:prstGeom prst="rect">
            <a:avLst/>
          </a:prstGeom>
          <a:noFill/>
          <a:ln cap="flat" cmpd="sng" w="25400">
            <a:solidFill>
              <a:schemeClr val="dk1"/>
            </a:solidFill>
            <a:prstDash val="solid"/>
            <a:round/>
            <a:headEnd len="sm" w="sm" type="none"/>
            <a:tailEnd len="sm" w="sm" type="none"/>
          </a:ln>
        </p:spPr>
      </p:sp>
      <p:sp>
        <p:nvSpPr>
          <p:cNvPr id="99" name="Google Shape;99;p33"/>
          <p:cNvSpPr txBox="1"/>
          <p:nvPr>
            <p:ph idx="21" type="body"/>
          </p:nvPr>
        </p:nvSpPr>
        <p:spPr>
          <a:xfrm>
            <a:off x="4697730" y="4460452"/>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33"/>
          <p:cNvSpPr txBox="1"/>
          <p:nvPr>
            <p:ph idx="22" type="body"/>
          </p:nvPr>
        </p:nvSpPr>
        <p:spPr>
          <a:xfrm>
            <a:off x="6830568" y="139903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33"/>
          <p:cNvSpPr/>
          <p:nvPr>
            <p:ph idx="23" type="pic"/>
          </p:nvPr>
        </p:nvSpPr>
        <p:spPr>
          <a:xfrm>
            <a:off x="6840855" y="1405890"/>
            <a:ext cx="1865376" cy="960120"/>
          </a:xfrm>
          <a:prstGeom prst="rect">
            <a:avLst/>
          </a:prstGeom>
          <a:noFill/>
          <a:ln cap="flat" cmpd="sng" w="25400">
            <a:solidFill>
              <a:schemeClr val="dk1"/>
            </a:solidFill>
            <a:prstDash val="solid"/>
            <a:round/>
            <a:headEnd len="sm" w="sm" type="none"/>
            <a:tailEnd len="sm" w="sm" type="none"/>
          </a:ln>
        </p:spPr>
      </p:sp>
      <p:sp>
        <p:nvSpPr>
          <p:cNvPr id="102" name="Google Shape;102;p33"/>
          <p:cNvSpPr txBox="1"/>
          <p:nvPr>
            <p:ph idx="24" type="body"/>
          </p:nvPr>
        </p:nvSpPr>
        <p:spPr>
          <a:xfrm>
            <a:off x="6830568" y="2688676"/>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 name="Google Shape;103;p33"/>
          <p:cNvSpPr txBox="1"/>
          <p:nvPr>
            <p:ph idx="25" type="body"/>
          </p:nvPr>
        </p:nvSpPr>
        <p:spPr>
          <a:xfrm>
            <a:off x="6830568" y="3182112"/>
            <a:ext cx="1885950" cy="1563624"/>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68575" spcFirstLastPara="1" rIns="68575" wrap="square" tIns="1117850">
            <a:noAutofit/>
          </a:bodyPr>
          <a:lstStyle>
            <a:lvl1pPr indent="-228600" lvl="0" marL="457200" algn="ctr">
              <a:lnSpc>
                <a:spcPct val="90000"/>
              </a:lnSpc>
              <a:spcBef>
                <a:spcPts val="800"/>
              </a:spcBef>
              <a:spcAft>
                <a:spcPts val="0"/>
              </a:spcAft>
              <a:buClr>
                <a:schemeClr val="dk1"/>
              </a:buClr>
              <a:buSzPts val="1200"/>
              <a:buFont typeface="Arial"/>
              <a:buNone/>
              <a:defRPr sz="12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4" name="Google Shape;104;p33"/>
          <p:cNvSpPr/>
          <p:nvPr>
            <p:ph idx="26" type="pic"/>
          </p:nvPr>
        </p:nvSpPr>
        <p:spPr>
          <a:xfrm>
            <a:off x="6840855" y="3182112"/>
            <a:ext cx="1865376" cy="960120"/>
          </a:xfrm>
          <a:prstGeom prst="rect">
            <a:avLst/>
          </a:prstGeom>
          <a:noFill/>
          <a:ln cap="flat" cmpd="sng" w="25400">
            <a:solidFill>
              <a:schemeClr val="dk1"/>
            </a:solidFill>
            <a:prstDash val="solid"/>
            <a:round/>
            <a:headEnd len="sm" w="sm" type="none"/>
            <a:tailEnd len="sm" w="sm" type="none"/>
          </a:ln>
        </p:spPr>
      </p:sp>
      <p:sp>
        <p:nvSpPr>
          <p:cNvPr id="105" name="Google Shape;105;p33"/>
          <p:cNvSpPr txBox="1"/>
          <p:nvPr>
            <p:ph idx="27" type="body"/>
          </p:nvPr>
        </p:nvSpPr>
        <p:spPr>
          <a:xfrm>
            <a:off x="6830568" y="4460452"/>
            <a:ext cx="1885950" cy="20574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900"/>
              <a:buNone/>
              <a:defRPr sz="9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showMasterSp="0">
  <p:cSld name="List">
    <p:bg>
      <p:bgPr>
        <a:solidFill>
          <a:schemeClr val="accent4"/>
        </a:solidFill>
      </p:bgPr>
    </p:bg>
    <p:spTree>
      <p:nvGrpSpPr>
        <p:cNvPr id="106" name="Shape 106"/>
        <p:cNvGrpSpPr/>
        <p:nvPr/>
      </p:nvGrpSpPr>
      <p:grpSpPr>
        <a:xfrm>
          <a:off x="0" y="0"/>
          <a:ext cx="0" cy="0"/>
          <a:chOff x="0" y="0"/>
          <a:chExt cx="0" cy="0"/>
        </a:xfrm>
      </p:grpSpPr>
      <p:sp>
        <p:nvSpPr>
          <p:cNvPr id="107" name="Google Shape;107;p34"/>
          <p:cNvSpPr txBox="1"/>
          <p:nvPr>
            <p:ph type="title"/>
          </p:nvPr>
        </p:nvSpPr>
        <p:spPr>
          <a:xfrm>
            <a:off x="548640" y="1460754"/>
            <a:ext cx="2407158" cy="214655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chemeClr val="dk1"/>
              </a:buClr>
              <a:buSzPts val="45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34"/>
          <p:cNvSpPr/>
          <p:nvPr/>
        </p:nvSpPr>
        <p:spPr>
          <a:xfrm>
            <a:off x="4205339" y="260285"/>
            <a:ext cx="4711446" cy="779811"/>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accent2"/>
              </a:solidFill>
              <a:latin typeface="Century Gothic"/>
              <a:ea typeface="Century Gothic"/>
              <a:cs typeface="Century Gothic"/>
              <a:sym typeface="Century Gothic"/>
            </a:endParaRPr>
          </a:p>
        </p:txBody>
      </p:sp>
      <p:sp>
        <p:nvSpPr>
          <p:cNvPr id="109" name="Google Shape;109;p34"/>
          <p:cNvSpPr/>
          <p:nvPr/>
        </p:nvSpPr>
        <p:spPr>
          <a:xfrm>
            <a:off x="4205339" y="1217755"/>
            <a:ext cx="4711446" cy="779811"/>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10" name="Google Shape;110;p34"/>
          <p:cNvSpPr/>
          <p:nvPr/>
        </p:nvSpPr>
        <p:spPr>
          <a:xfrm>
            <a:off x="4205339" y="2194467"/>
            <a:ext cx="4711446" cy="779811"/>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11" name="Google Shape;111;p34"/>
          <p:cNvSpPr/>
          <p:nvPr/>
        </p:nvSpPr>
        <p:spPr>
          <a:xfrm>
            <a:off x="4205340" y="3167277"/>
            <a:ext cx="4711446" cy="779811"/>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12" name="Google Shape;112;p34"/>
          <p:cNvSpPr/>
          <p:nvPr/>
        </p:nvSpPr>
        <p:spPr>
          <a:xfrm>
            <a:off x="4205340" y="4139605"/>
            <a:ext cx="4711446" cy="779811"/>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13" name="Google Shape;113;p34"/>
          <p:cNvSpPr/>
          <p:nvPr/>
        </p:nvSpPr>
        <p:spPr>
          <a:xfrm>
            <a:off x="3261559" y="1228307"/>
            <a:ext cx="727399" cy="727399"/>
          </a:xfrm>
          <a:prstGeom prst="ellipse">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14" name="Google Shape;114;p34"/>
          <p:cNvSpPr/>
          <p:nvPr/>
        </p:nvSpPr>
        <p:spPr>
          <a:xfrm>
            <a:off x="3261559" y="2195437"/>
            <a:ext cx="727399" cy="727399"/>
          </a:xfrm>
          <a:prstGeom prst="ellipse">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15" name="Google Shape;115;p34"/>
          <p:cNvSpPr/>
          <p:nvPr/>
        </p:nvSpPr>
        <p:spPr>
          <a:xfrm>
            <a:off x="3261559" y="3207755"/>
            <a:ext cx="727399" cy="727399"/>
          </a:xfrm>
          <a:prstGeom prst="ellipse">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16" name="Google Shape;116;p34"/>
          <p:cNvSpPr/>
          <p:nvPr/>
        </p:nvSpPr>
        <p:spPr>
          <a:xfrm>
            <a:off x="3261559" y="4176406"/>
            <a:ext cx="727399" cy="727399"/>
          </a:xfrm>
          <a:prstGeom prst="ellipse">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17" name="Google Shape;117;p34"/>
          <p:cNvSpPr/>
          <p:nvPr/>
        </p:nvSpPr>
        <p:spPr>
          <a:xfrm>
            <a:off x="3261559" y="270837"/>
            <a:ext cx="727399" cy="727399"/>
          </a:xfrm>
          <a:prstGeom prst="ellipse">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18" name="Google Shape;118;p34"/>
          <p:cNvSpPr/>
          <p:nvPr/>
        </p:nvSpPr>
        <p:spPr>
          <a:xfrm>
            <a:off x="4134295" y="181073"/>
            <a:ext cx="4711446" cy="77981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19" name="Google Shape;119;p34"/>
          <p:cNvSpPr/>
          <p:nvPr/>
        </p:nvSpPr>
        <p:spPr>
          <a:xfrm>
            <a:off x="4134295" y="1138543"/>
            <a:ext cx="4711446" cy="77981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20" name="Google Shape;120;p34"/>
          <p:cNvSpPr/>
          <p:nvPr/>
        </p:nvSpPr>
        <p:spPr>
          <a:xfrm>
            <a:off x="4134295" y="2105672"/>
            <a:ext cx="4711446" cy="77981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21" name="Google Shape;121;p34"/>
          <p:cNvSpPr/>
          <p:nvPr/>
        </p:nvSpPr>
        <p:spPr>
          <a:xfrm>
            <a:off x="4134296" y="3088065"/>
            <a:ext cx="4711446" cy="77981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22" name="Google Shape;122;p34"/>
          <p:cNvSpPr/>
          <p:nvPr/>
        </p:nvSpPr>
        <p:spPr>
          <a:xfrm>
            <a:off x="4134296" y="4060393"/>
            <a:ext cx="4711446" cy="77981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Century Gothic"/>
              <a:ea typeface="Century Gothic"/>
              <a:cs typeface="Century Gothic"/>
              <a:sym typeface="Century Gothic"/>
            </a:endParaRPr>
          </a:p>
        </p:txBody>
      </p:sp>
      <p:sp>
        <p:nvSpPr>
          <p:cNvPr id="123" name="Google Shape;123;p34"/>
          <p:cNvSpPr/>
          <p:nvPr/>
        </p:nvSpPr>
        <p:spPr>
          <a:xfrm>
            <a:off x="3217974" y="227252"/>
            <a:ext cx="727399" cy="727399"/>
          </a:xfrm>
          <a:prstGeom prst="ellipse">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24" name="Google Shape;124;p34"/>
          <p:cNvSpPr/>
          <p:nvPr/>
        </p:nvSpPr>
        <p:spPr>
          <a:xfrm>
            <a:off x="3217974" y="1184722"/>
            <a:ext cx="727399" cy="727399"/>
          </a:xfrm>
          <a:prstGeom prst="ellipse">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25" name="Google Shape;125;p34"/>
          <p:cNvSpPr/>
          <p:nvPr/>
        </p:nvSpPr>
        <p:spPr>
          <a:xfrm>
            <a:off x="3217974" y="2151852"/>
            <a:ext cx="727399" cy="727399"/>
          </a:xfrm>
          <a:prstGeom prst="ellipse">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26" name="Google Shape;126;p34"/>
          <p:cNvSpPr/>
          <p:nvPr/>
        </p:nvSpPr>
        <p:spPr>
          <a:xfrm>
            <a:off x="3217974" y="3163368"/>
            <a:ext cx="727399" cy="727399"/>
          </a:xfrm>
          <a:prstGeom prst="ellipse">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27" name="Google Shape;127;p34"/>
          <p:cNvSpPr/>
          <p:nvPr/>
        </p:nvSpPr>
        <p:spPr>
          <a:xfrm>
            <a:off x="3217974" y="4132821"/>
            <a:ext cx="727399" cy="727399"/>
          </a:xfrm>
          <a:prstGeom prst="ellipse">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28" name="Google Shape;128;p34"/>
          <p:cNvSpPr/>
          <p:nvPr>
            <p:ph idx="2" type="pic"/>
          </p:nvPr>
        </p:nvSpPr>
        <p:spPr>
          <a:xfrm>
            <a:off x="3341643" y="350921"/>
            <a:ext cx="480060" cy="480060"/>
          </a:xfrm>
          <a:prstGeom prst="rect">
            <a:avLst/>
          </a:prstGeom>
          <a:noFill/>
          <a:ln>
            <a:noFill/>
          </a:ln>
        </p:spPr>
      </p:sp>
      <p:sp>
        <p:nvSpPr>
          <p:cNvPr id="129" name="Google Shape;129;p34"/>
          <p:cNvSpPr txBox="1"/>
          <p:nvPr>
            <p:ph idx="1" type="body"/>
          </p:nvPr>
        </p:nvSpPr>
        <p:spPr>
          <a:xfrm>
            <a:off x="4327398" y="342900"/>
            <a:ext cx="288036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34"/>
          <p:cNvSpPr txBox="1"/>
          <p:nvPr>
            <p:ph idx="3" type="body"/>
          </p:nvPr>
        </p:nvSpPr>
        <p:spPr>
          <a:xfrm>
            <a:off x="4327398" y="585482"/>
            <a:ext cx="377190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atin typeface="Open Sans Light"/>
                <a:ea typeface="Open Sans Light"/>
                <a:cs typeface="Open Sans Light"/>
                <a:sym typeface="Open Sans Light"/>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34"/>
          <p:cNvSpPr/>
          <p:nvPr>
            <p:ph idx="4" type="pic"/>
          </p:nvPr>
        </p:nvSpPr>
        <p:spPr>
          <a:xfrm>
            <a:off x="3341643" y="1308392"/>
            <a:ext cx="480060" cy="480060"/>
          </a:xfrm>
          <a:prstGeom prst="rect">
            <a:avLst/>
          </a:prstGeom>
          <a:noFill/>
          <a:ln>
            <a:noFill/>
          </a:ln>
        </p:spPr>
      </p:sp>
      <p:sp>
        <p:nvSpPr>
          <p:cNvPr id="132" name="Google Shape;132;p34"/>
          <p:cNvSpPr txBox="1"/>
          <p:nvPr>
            <p:ph idx="5" type="body"/>
          </p:nvPr>
        </p:nvSpPr>
        <p:spPr>
          <a:xfrm>
            <a:off x="4327398" y="1309878"/>
            <a:ext cx="288036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 name="Google Shape;133;p34"/>
          <p:cNvSpPr txBox="1"/>
          <p:nvPr>
            <p:ph idx="6" type="body"/>
          </p:nvPr>
        </p:nvSpPr>
        <p:spPr>
          <a:xfrm>
            <a:off x="4327398" y="1552460"/>
            <a:ext cx="377190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atin typeface="Open Sans Light"/>
                <a:ea typeface="Open Sans Light"/>
                <a:cs typeface="Open Sans Light"/>
                <a:sym typeface="Open Sans Light"/>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34"/>
          <p:cNvSpPr/>
          <p:nvPr>
            <p:ph idx="7" type="pic"/>
          </p:nvPr>
        </p:nvSpPr>
        <p:spPr>
          <a:xfrm>
            <a:off x="3341643" y="2275521"/>
            <a:ext cx="480060" cy="480060"/>
          </a:xfrm>
          <a:prstGeom prst="rect">
            <a:avLst/>
          </a:prstGeom>
          <a:noFill/>
          <a:ln>
            <a:noFill/>
          </a:ln>
        </p:spPr>
      </p:sp>
      <p:sp>
        <p:nvSpPr>
          <p:cNvPr id="135" name="Google Shape;135;p34"/>
          <p:cNvSpPr txBox="1"/>
          <p:nvPr>
            <p:ph idx="8" type="body"/>
          </p:nvPr>
        </p:nvSpPr>
        <p:spPr>
          <a:xfrm>
            <a:off x="4327398" y="2276856"/>
            <a:ext cx="288036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34"/>
          <p:cNvSpPr txBox="1"/>
          <p:nvPr>
            <p:ph idx="9" type="body"/>
          </p:nvPr>
        </p:nvSpPr>
        <p:spPr>
          <a:xfrm>
            <a:off x="4327398" y="2519438"/>
            <a:ext cx="377190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atin typeface="Open Sans Light"/>
                <a:ea typeface="Open Sans Light"/>
                <a:cs typeface="Open Sans Light"/>
                <a:sym typeface="Open Sans Light"/>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34"/>
          <p:cNvSpPr/>
          <p:nvPr>
            <p:ph idx="13" type="pic"/>
          </p:nvPr>
        </p:nvSpPr>
        <p:spPr>
          <a:xfrm>
            <a:off x="3341643" y="3287037"/>
            <a:ext cx="480060" cy="480060"/>
          </a:xfrm>
          <a:prstGeom prst="rect">
            <a:avLst/>
          </a:prstGeom>
          <a:noFill/>
          <a:ln>
            <a:noFill/>
          </a:ln>
        </p:spPr>
      </p:sp>
      <p:sp>
        <p:nvSpPr>
          <p:cNvPr id="138" name="Google Shape;138;p34"/>
          <p:cNvSpPr txBox="1"/>
          <p:nvPr>
            <p:ph idx="14" type="body"/>
          </p:nvPr>
        </p:nvSpPr>
        <p:spPr>
          <a:xfrm>
            <a:off x="4327398" y="3243834"/>
            <a:ext cx="288036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34"/>
          <p:cNvSpPr txBox="1"/>
          <p:nvPr>
            <p:ph idx="15" type="body"/>
          </p:nvPr>
        </p:nvSpPr>
        <p:spPr>
          <a:xfrm>
            <a:off x="4327398" y="3486416"/>
            <a:ext cx="377190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atin typeface="Open Sans Light"/>
                <a:ea typeface="Open Sans Light"/>
                <a:cs typeface="Open Sans Light"/>
                <a:sym typeface="Open Sans Light"/>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0" name="Google Shape;140;p34"/>
          <p:cNvSpPr/>
          <p:nvPr>
            <p:ph idx="16" type="pic"/>
          </p:nvPr>
        </p:nvSpPr>
        <p:spPr>
          <a:xfrm>
            <a:off x="3341643" y="4256490"/>
            <a:ext cx="480060" cy="480060"/>
          </a:xfrm>
          <a:prstGeom prst="rect">
            <a:avLst/>
          </a:prstGeom>
          <a:noFill/>
          <a:ln>
            <a:noFill/>
          </a:ln>
        </p:spPr>
      </p:sp>
      <p:sp>
        <p:nvSpPr>
          <p:cNvPr id="141" name="Google Shape;141;p34"/>
          <p:cNvSpPr txBox="1"/>
          <p:nvPr>
            <p:ph idx="17" type="body"/>
          </p:nvPr>
        </p:nvSpPr>
        <p:spPr>
          <a:xfrm>
            <a:off x="4327398" y="4210812"/>
            <a:ext cx="288036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34"/>
          <p:cNvSpPr txBox="1"/>
          <p:nvPr>
            <p:ph idx="18" type="body"/>
          </p:nvPr>
        </p:nvSpPr>
        <p:spPr>
          <a:xfrm>
            <a:off x="4327398" y="4453394"/>
            <a:ext cx="3771900" cy="25374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atin typeface="Open Sans Light"/>
                <a:ea typeface="Open Sans Light"/>
                <a:cs typeface="Open Sans Light"/>
                <a:sym typeface="Open Sans Light"/>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howMasterSp="0">
  <p:cSld name="Timeline">
    <p:bg>
      <p:bgPr>
        <a:solidFill>
          <a:schemeClr val="accent3"/>
        </a:solidFill>
      </p:bgPr>
    </p:bg>
    <p:spTree>
      <p:nvGrpSpPr>
        <p:cNvPr id="143" name="Shape 143"/>
        <p:cNvGrpSpPr/>
        <p:nvPr/>
      </p:nvGrpSpPr>
      <p:grpSpPr>
        <a:xfrm>
          <a:off x="0" y="0"/>
          <a:ext cx="0" cy="0"/>
          <a:chOff x="0" y="0"/>
          <a:chExt cx="0" cy="0"/>
        </a:xfrm>
      </p:grpSpPr>
      <p:sp>
        <p:nvSpPr>
          <p:cNvPr id="144" name="Google Shape;144;p35"/>
          <p:cNvSpPr/>
          <p:nvPr/>
        </p:nvSpPr>
        <p:spPr>
          <a:xfrm>
            <a:off x="410422" y="1458065"/>
            <a:ext cx="1896812" cy="1896812"/>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45" name="Google Shape;145;p35"/>
          <p:cNvSpPr/>
          <p:nvPr/>
        </p:nvSpPr>
        <p:spPr>
          <a:xfrm>
            <a:off x="3692242" y="1460222"/>
            <a:ext cx="1896812" cy="1896812"/>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46" name="Google Shape;146;p35"/>
          <p:cNvSpPr/>
          <p:nvPr/>
        </p:nvSpPr>
        <p:spPr>
          <a:xfrm>
            <a:off x="6919092" y="1443582"/>
            <a:ext cx="1896812" cy="1896812"/>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47" name="Google Shape;147;p35"/>
          <p:cNvSpPr/>
          <p:nvPr/>
        </p:nvSpPr>
        <p:spPr>
          <a:xfrm>
            <a:off x="2098987" y="2926665"/>
            <a:ext cx="1896812" cy="1896812"/>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48" name="Google Shape;148;p35"/>
          <p:cNvSpPr/>
          <p:nvPr/>
        </p:nvSpPr>
        <p:spPr>
          <a:xfrm>
            <a:off x="5367170" y="2910025"/>
            <a:ext cx="1896812" cy="1896812"/>
          </a:xfrm>
          <a:prstGeom prst="ellipse">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49" name="Google Shape;149;p35"/>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lt1"/>
              </a:buClr>
              <a:buSzPts val="4500"/>
              <a:buFont typeface="Century Gothic"/>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35"/>
          <p:cNvSpPr/>
          <p:nvPr>
            <p:ph idx="1" type="body"/>
          </p:nvPr>
        </p:nvSpPr>
        <p:spPr>
          <a:xfrm>
            <a:off x="344091" y="1377401"/>
            <a:ext cx="1896665" cy="1896665"/>
          </a:xfrm>
          <a:prstGeom prst="ellipse">
            <a:avLst/>
          </a:prstGeom>
          <a:solidFill>
            <a:schemeClr val="accent5"/>
          </a:solidFill>
          <a:ln cap="flat" cmpd="sng" w="25400">
            <a:solidFill>
              <a:schemeClr val="dk2"/>
            </a:solidFill>
            <a:prstDash val="solid"/>
            <a:round/>
            <a:headEnd len="sm" w="sm" type="none"/>
            <a:tailEnd len="sm" w="sm" type="none"/>
          </a:ln>
        </p:spPr>
        <p:txBody>
          <a:bodyPr anchorCtr="0" anchor="t" bIns="34275" lIns="68575" spcFirstLastPara="1" rIns="68575" wrap="square" tIns="205725">
            <a:noAutofit/>
          </a:bodyPr>
          <a:lstStyle>
            <a:lvl1pPr indent="-228600" lvl="0" marL="457200" algn="ctr">
              <a:lnSpc>
                <a:spcPct val="100000"/>
              </a:lnSpc>
              <a:spcBef>
                <a:spcPts val="0"/>
              </a:spcBef>
              <a:spcAft>
                <a:spcPts val="0"/>
              </a:spcAft>
              <a:buClr>
                <a:schemeClr val="dk1"/>
              </a:buClr>
              <a:buSzPts val="1500"/>
              <a:buNone/>
              <a:defRPr sz="1500">
                <a:latin typeface="Century Gothic"/>
                <a:ea typeface="Century Gothic"/>
                <a:cs typeface="Century Gothic"/>
                <a:sym typeface="Century Gothic"/>
              </a:defRPr>
            </a:lvl1pPr>
            <a:lvl2pPr indent="-228600" lvl="1" marL="914400" algn="ctr">
              <a:lnSpc>
                <a:spcPct val="100000"/>
              </a:lnSpc>
              <a:spcBef>
                <a:spcPts val="500"/>
              </a:spcBef>
              <a:spcAft>
                <a:spcPts val="0"/>
              </a:spcAft>
              <a:buClr>
                <a:schemeClr val="dk1"/>
              </a:buClr>
              <a:buSzPts val="1200"/>
              <a:buNone/>
              <a:defRPr sz="1200"/>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5"/>
          <p:cNvSpPr/>
          <p:nvPr>
            <p:ph idx="2" type="body"/>
          </p:nvPr>
        </p:nvSpPr>
        <p:spPr>
          <a:xfrm>
            <a:off x="3633731" y="1377401"/>
            <a:ext cx="1896665" cy="1896665"/>
          </a:xfrm>
          <a:prstGeom prst="ellipse">
            <a:avLst/>
          </a:prstGeom>
          <a:solidFill>
            <a:schemeClr val="accent5"/>
          </a:solidFill>
          <a:ln cap="flat" cmpd="sng" w="25400">
            <a:solidFill>
              <a:schemeClr val="dk2"/>
            </a:solidFill>
            <a:prstDash val="solid"/>
            <a:round/>
            <a:headEnd len="sm" w="sm" type="none"/>
            <a:tailEnd len="sm" w="sm" type="none"/>
          </a:ln>
        </p:spPr>
        <p:txBody>
          <a:bodyPr anchorCtr="0" anchor="t" bIns="34275" lIns="68575" spcFirstLastPara="1" rIns="68575" wrap="square" tIns="205725">
            <a:noAutofit/>
          </a:bodyPr>
          <a:lstStyle>
            <a:lvl1pPr indent="-228600" lvl="0" marL="457200" algn="ctr">
              <a:lnSpc>
                <a:spcPct val="100000"/>
              </a:lnSpc>
              <a:spcBef>
                <a:spcPts val="0"/>
              </a:spcBef>
              <a:spcAft>
                <a:spcPts val="0"/>
              </a:spcAft>
              <a:buClr>
                <a:schemeClr val="dk1"/>
              </a:buClr>
              <a:buSzPts val="1500"/>
              <a:buNone/>
              <a:defRPr sz="1500">
                <a:latin typeface="Century Gothic"/>
                <a:ea typeface="Century Gothic"/>
                <a:cs typeface="Century Gothic"/>
                <a:sym typeface="Century Gothic"/>
              </a:defRPr>
            </a:lvl1pPr>
            <a:lvl2pPr indent="-228600" lvl="1" marL="914400" algn="ctr">
              <a:lnSpc>
                <a:spcPct val="100000"/>
              </a:lnSpc>
              <a:spcBef>
                <a:spcPts val="500"/>
              </a:spcBef>
              <a:spcAft>
                <a:spcPts val="0"/>
              </a:spcAft>
              <a:buClr>
                <a:schemeClr val="dk1"/>
              </a:buClr>
              <a:buSzPts val="1200"/>
              <a:buNone/>
              <a:defRPr sz="1200"/>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5"/>
          <p:cNvSpPr/>
          <p:nvPr>
            <p:ph idx="3" type="body"/>
          </p:nvPr>
        </p:nvSpPr>
        <p:spPr>
          <a:xfrm>
            <a:off x="6852911" y="1377401"/>
            <a:ext cx="1896665" cy="1896665"/>
          </a:xfrm>
          <a:prstGeom prst="ellipse">
            <a:avLst/>
          </a:prstGeom>
          <a:solidFill>
            <a:schemeClr val="accent5"/>
          </a:solidFill>
          <a:ln cap="flat" cmpd="sng" w="25400">
            <a:solidFill>
              <a:schemeClr val="dk2"/>
            </a:solidFill>
            <a:prstDash val="solid"/>
            <a:round/>
            <a:headEnd len="sm" w="sm" type="none"/>
            <a:tailEnd len="sm" w="sm" type="none"/>
          </a:ln>
        </p:spPr>
        <p:txBody>
          <a:bodyPr anchorCtr="0" anchor="t" bIns="34275" lIns="68575" spcFirstLastPara="1" rIns="68575" wrap="square" tIns="205725">
            <a:noAutofit/>
          </a:bodyPr>
          <a:lstStyle>
            <a:lvl1pPr indent="-228600" lvl="0" marL="457200" algn="ctr">
              <a:lnSpc>
                <a:spcPct val="100000"/>
              </a:lnSpc>
              <a:spcBef>
                <a:spcPts val="0"/>
              </a:spcBef>
              <a:spcAft>
                <a:spcPts val="0"/>
              </a:spcAft>
              <a:buClr>
                <a:schemeClr val="dk1"/>
              </a:buClr>
              <a:buSzPts val="1500"/>
              <a:buNone/>
              <a:defRPr sz="1500">
                <a:latin typeface="Century Gothic"/>
                <a:ea typeface="Century Gothic"/>
                <a:cs typeface="Century Gothic"/>
                <a:sym typeface="Century Gothic"/>
              </a:defRPr>
            </a:lvl1pPr>
            <a:lvl2pPr indent="-228600" lvl="1" marL="914400" algn="ctr">
              <a:lnSpc>
                <a:spcPct val="100000"/>
              </a:lnSpc>
              <a:spcBef>
                <a:spcPts val="500"/>
              </a:spcBef>
              <a:spcAft>
                <a:spcPts val="0"/>
              </a:spcAft>
              <a:buClr>
                <a:schemeClr val="dk1"/>
              </a:buClr>
              <a:buSzPts val="1200"/>
              <a:buNone/>
              <a:defRPr sz="1200"/>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35"/>
          <p:cNvSpPr/>
          <p:nvPr>
            <p:ph idx="4" type="body"/>
          </p:nvPr>
        </p:nvSpPr>
        <p:spPr>
          <a:xfrm>
            <a:off x="2032805" y="2860484"/>
            <a:ext cx="1896665" cy="1896665"/>
          </a:xfrm>
          <a:prstGeom prst="ellipse">
            <a:avLst/>
          </a:prstGeom>
          <a:solidFill>
            <a:schemeClr val="accent5"/>
          </a:solidFill>
          <a:ln cap="flat" cmpd="sng" w="25400">
            <a:solidFill>
              <a:schemeClr val="dk2"/>
            </a:solidFill>
            <a:prstDash val="solid"/>
            <a:round/>
            <a:headEnd len="sm" w="sm" type="none"/>
            <a:tailEnd len="sm" w="sm" type="none"/>
          </a:ln>
        </p:spPr>
        <p:txBody>
          <a:bodyPr anchorCtr="0" anchor="t" bIns="34275" lIns="68575" spcFirstLastPara="1" rIns="68575" wrap="square" tIns="205725">
            <a:noAutofit/>
          </a:bodyPr>
          <a:lstStyle>
            <a:lvl1pPr indent="-228600" lvl="0" marL="457200" algn="ctr">
              <a:lnSpc>
                <a:spcPct val="100000"/>
              </a:lnSpc>
              <a:spcBef>
                <a:spcPts val="0"/>
              </a:spcBef>
              <a:spcAft>
                <a:spcPts val="0"/>
              </a:spcAft>
              <a:buClr>
                <a:schemeClr val="dk1"/>
              </a:buClr>
              <a:buSzPts val="1500"/>
              <a:buNone/>
              <a:defRPr sz="1500">
                <a:latin typeface="Century Gothic"/>
                <a:ea typeface="Century Gothic"/>
                <a:cs typeface="Century Gothic"/>
                <a:sym typeface="Century Gothic"/>
              </a:defRPr>
            </a:lvl1pPr>
            <a:lvl2pPr indent="-228600" lvl="1" marL="914400" algn="ctr">
              <a:lnSpc>
                <a:spcPct val="100000"/>
              </a:lnSpc>
              <a:spcBef>
                <a:spcPts val="500"/>
              </a:spcBef>
              <a:spcAft>
                <a:spcPts val="0"/>
              </a:spcAft>
              <a:buClr>
                <a:schemeClr val="dk1"/>
              </a:buClr>
              <a:buSzPts val="1200"/>
              <a:buNone/>
              <a:defRPr sz="1200"/>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35"/>
          <p:cNvSpPr/>
          <p:nvPr>
            <p:ph idx="5" type="body"/>
          </p:nvPr>
        </p:nvSpPr>
        <p:spPr>
          <a:xfrm>
            <a:off x="5300989" y="2860484"/>
            <a:ext cx="1896665" cy="1896665"/>
          </a:xfrm>
          <a:prstGeom prst="ellipse">
            <a:avLst/>
          </a:prstGeom>
          <a:solidFill>
            <a:schemeClr val="accent5"/>
          </a:solidFill>
          <a:ln cap="flat" cmpd="sng" w="25400">
            <a:solidFill>
              <a:schemeClr val="dk2"/>
            </a:solidFill>
            <a:prstDash val="solid"/>
            <a:round/>
            <a:headEnd len="sm" w="sm" type="none"/>
            <a:tailEnd len="sm" w="sm" type="none"/>
          </a:ln>
        </p:spPr>
        <p:txBody>
          <a:bodyPr anchorCtr="0" anchor="t" bIns="34275" lIns="68575" spcFirstLastPara="1" rIns="68575" wrap="square" tIns="205725">
            <a:noAutofit/>
          </a:bodyPr>
          <a:lstStyle>
            <a:lvl1pPr indent="-228600" lvl="0" marL="457200" algn="ctr">
              <a:lnSpc>
                <a:spcPct val="100000"/>
              </a:lnSpc>
              <a:spcBef>
                <a:spcPts val="0"/>
              </a:spcBef>
              <a:spcAft>
                <a:spcPts val="0"/>
              </a:spcAft>
              <a:buClr>
                <a:schemeClr val="dk1"/>
              </a:buClr>
              <a:buSzPts val="1500"/>
              <a:buNone/>
              <a:defRPr sz="1500">
                <a:latin typeface="Century Gothic"/>
                <a:ea typeface="Century Gothic"/>
                <a:cs typeface="Century Gothic"/>
                <a:sym typeface="Century Gothic"/>
              </a:defRPr>
            </a:lvl1pPr>
            <a:lvl2pPr indent="-228600" lvl="1" marL="914400" algn="ctr">
              <a:lnSpc>
                <a:spcPct val="100000"/>
              </a:lnSpc>
              <a:spcBef>
                <a:spcPts val="500"/>
              </a:spcBef>
              <a:spcAft>
                <a:spcPts val="0"/>
              </a:spcAft>
              <a:buClr>
                <a:schemeClr val="dk1"/>
              </a:buClr>
              <a:buSzPts val="1200"/>
              <a:buNone/>
              <a:defRPr sz="1200"/>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chemeClr val="accent5"/>
        </a:solidFill>
      </p:bgPr>
    </p:bg>
    <p:spTree>
      <p:nvGrpSpPr>
        <p:cNvPr id="155" name="Shape 155"/>
        <p:cNvGrpSpPr/>
        <p:nvPr/>
      </p:nvGrpSpPr>
      <p:grpSpPr>
        <a:xfrm>
          <a:off x="0" y="0"/>
          <a:ext cx="0" cy="0"/>
          <a:chOff x="0" y="0"/>
          <a:chExt cx="0" cy="0"/>
        </a:xfrm>
      </p:grpSpPr>
      <p:sp>
        <p:nvSpPr>
          <p:cNvPr id="156" name="Google Shape;156;p36"/>
          <p:cNvSpPr/>
          <p:nvPr/>
        </p:nvSpPr>
        <p:spPr>
          <a:xfrm>
            <a:off x="782977" y="1572126"/>
            <a:ext cx="7703798" cy="1128987"/>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57" name="Google Shape;157;p36"/>
          <p:cNvSpPr/>
          <p:nvPr/>
        </p:nvSpPr>
        <p:spPr>
          <a:xfrm>
            <a:off x="782977" y="3120729"/>
            <a:ext cx="7703798" cy="1128987"/>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58" name="Google Shape;158;p36"/>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 name="Google Shape;159;p36"/>
          <p:cNvSpPr txBox="1"/>
          <p:nvPr>
            <p:ph idx="1" type="body"/>
          </p:nvPr>
        </p:nvSpPr>
        <p:spPr>
          <a:xfrm>
            <a:off x="669596" y="1440239"/>
            <a:ext cx="7701534" cy="1128986"/>
          </a:xfrm>
          <a:prstGeom prst="rect">
            <a:avLst/>
          </a:prstGeom>
          <a:solidFill>
            <a:schemeClr val="accent5"/>
          </a:solidFill>
          <a:ln cap="flat" cmpd="sng" w="25400">
            <a:solidFill>
              <a:schemeClr val="dk1"/>
            </a:solidFill>
            <a:prstDash val="solid"/>
            <a:round/>
            <a:headEnd len="sm" w="sm" type="none"/>
            <a:tailEnd len="sm" w="sm" type="none"/>
          </a:ln>
        </p:spPr>
        <p:txBody>
          <a:bodyPr anchorCtr="0" anchor="ctr" bIns="34275" lIns="672075" spcFirstLastPara="1" rIns="4869175" wrap="square" tIns="34275">
            <a:noAutofit/>
          </a:bodyPr>
          <a:lstStyle>
            <a:lvl1pPr indent="-228600" lvl="0" marL="457200" algn="l">
              <a:lnSpc>
                <a:spcPct val="120000"/>
              </a:lnSpc>
              <a:spcBef>
                <a:spcPts val="0"/>
              </a:spcBef>
              <a:spcAft>
                <a:spcPts val="0"/>
              </a:spcAft>
              <a:buClr>
                <a:schemeClr val="dk1"/>
              </a:buClr>
              <a:buSzPts val="1500"/>
              <a:buNone/>
              <a:defRPr b="0" sz="1500">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0" name="Google Shape;160;p36"/>
          <p:cNvSpPr txBox="1"/>
          <p:nvPr>
            <p:ph idx="2" type="body"/>
          </p:nvPr>
        </p:nvSpPr>
        <p:spPr>
          <a:xfrm>
            <a:off x="3483864" y="1505913"/>
            <a:ext cx="4806503" cy="997642"/>
          </a:xfrm>
          <a:prstGeom prst="rect">
            <a:avLst/>
          </a:prstGeom>
          <a:noFill/>
          <a:ln>
            <a:noFill/>
          </a:ln>
        </p:spPr>
        <p:txBody>
          <a:bodyPr anchorCtr="0" anchor="ctr" bIns="34275" lIns="68575" spcFirstLastPara="1" rIns="68575" wrap="square" tIns="34275">
            <a:noAutofit/>
          </a:bodyPr>
          <a:lstStyle>
            <a:lvl1pPr indent="-266700" lvl="0" marL="457200" algn="l">
              <a:lnSpc>
                <a:spcPct val="100000"/>
              </a:lnSpc>
              <a:spcBef>
                <a:spcPts val="0"/>
              </a:spcBef>
              <a:spcAft>
                <a:spcPts val="0"/>
              </a:spcAft>
              <a:buClr>
                <a:schemeClr val="dk1"/>
              </a:buClr>
              <a:buSzPts val="600"/>
              <a:buChar char="•"/>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6"/>
          <p:cNvSpPr txBox="1"/>
          <p:nvPr>
            <p:ph idx="3" type="body"/>
          </p:nvPr>
        </p:nvSpPr>
        <p:spPr>
          <a:xfrm>
            <a:off x="669596" y="3004393"/>
            <a:ext cx="7701534" cy="1128986"/>
          </a:xfrm>
          <a:prstGeom prst="rect">
            <a:avLst/>
          </a:prstGeom>
          <a:solidFill>
            <a:schemeClr val="accent5"/>
          </a:solidFill>
          <a:ln cap="flat" cmpd="sng" w="25400">
            <a:solidFill>
              <a:schemeClr val="dk1"/>
            </a:solidFill>
            <a:prstDash val="solid"/>
            <a:round/>
            <a:headEnd len="sm" w="sm" type="none"/>
            <a:tailEnd len="sm" w="sm" type="none"/>
          </a:ln>
        </p:spPr>
        <p:txBody>
          <a:bodyPr anchorCtr="0" anchor="ctr" bIns="34275" lIns="672075" spcFirstLastPara="1" rIns="4869175" wrap="square" tIns="34275">
            <a:noAutofit/>
          </a:bodyPr>
          <a:lstStyle>
            <a:lvl1pPr indent="-228600" lvl="0" marL="457200" algn="l">
              <a:lnSpc>
                <a:spcPct val="120000"/>
              </a:lnSpc>
              <a:spcBef>
                <a:spcPts val="0"/>
              </a:spcBef>
              <a:spcAft>
                <a:spcPts val="0"/>
              </a:spcAft>
              <a:buClr>
                <a:schemeClr val="dk1"/>
              </a:buClr>
              <a:buSzPts val="1500"/>
              <a:buNone/>
              <a:defRPr b="0" sz="1500">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2" name="Google Shape;162;p36"/>
          <p:cNvSpPr txBox="1"/>
          <p:nvPr>
            <p:ph idx="4" type="body"/>
          </p:nvPr>
        </p:nvSpPr>
        <p:spPr>
          <a:xfrm>
            <a:off x="3483864" y="3070065"/>
            <a:ext cx="4806503" cy="997642"/>
          </a:xfrm>
          <a:prstGeom prst="rect">
            <a:avLst/>
          </a:prstGeom>
          <a:noFill/>
          <a:ln>
            <a:noFill/>
          </a:ln>
        </p:spPr>
        <p:txBody>
          <a:bodyPr anchorCtr="0" anchor="ctr" bIns="34275" lIns="68575" spcFirstLastPara="1" rIns="68575" wrap="square" tIns="34275">
            <a:noAutofit/>
          </a:bodyPr>
          <a:lstStyle>
            <a:lvl1pPr indent="-266700" lvl="0" marL="457200" algn="l">
              <a:lnSpc>
                <a:spcPct val="100000"/>
              </a:lnSpc>
              <a:spcBef>
                <a:spcPts val="0"/>
              </a:spcBef>
              <a:spcAft>
                <a:spcPts val="0"/>
              </a:spcAft>
              <a:buClr>
                <a:schemeClr val="dk1"/>
              </a:buClr>
              <a:buSzPts val="600"/>
              <a:buChar char="•"/>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 name="Google Shape;163;p36"/>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164" name="Google Shape;164;p36"/>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5" name="Google Shape;165;p36"/>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4"/>
        </a:solidFill>
      </p:bgPr>
    </p:bg>
    <p:spTree>
      <p:nvGrpSpPr>
        <p:cNvPr id="166" name="Shape 166"/>
        <p:cNvGrpSpPr/>
        <p:nvPr/>
      </p:nvGrpSpPr>
      <p:grpSpPr>
        <a:xfrm>
          <a:off x="0" y="0"/>
          <a:ext cx="0" cy="0"/>
          <a:chOff x="0" y="0"/>
          <a:chExt cx="0" cy="0"/>
        </a:xfrm>
      </p:grpSpPr>
      <p:sp>
        <p:nvSpPr>
          <p:cNvPr id="167" name="Google Shape;167;p37"/>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37"/>
          <p:cNvSpPr/>
          <p:nvPr/>
        </p:nvSpPr>
        <p:spPr>
          <a:xfrm>
            <a:off x="4860887" y="1579561"/>
            <a:ext cx="3792474" cy="2990259"/>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69" name="Google Shape;169;p37"/>
          <p:cNvSpPr/>
          <p:nvPr/>
        </p:nvSpPr>
        <p:spPr>
          <a:xfrm>
            <a:off x="606054" y="1579561"/>
            <a:ext cx="3790686" cy="2990259"/>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70" name="Google Shape;170;p37"/>
          <p:cNvSpPr txBox="1"/>
          <p:nvPr>
            <p:ph idx="1" type="body"/>
          </p:nvPr>
        </p:nvSpPr>
        <p:spPr>
          <a:xfrm>
            <a:off x="514350" y="1467612"/>
            <a:ext cx="3786662" cy="2990088"/>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240025" spcFirstLastPara="1" rIns="68575" wrap="square" tIns="377175">
            <a:noAutofit/>
          </a:bodyPr>
          <a:lstStyle>
            <a:lvl1pPr indent="-228600" lvl="0" marL="457200" algn="l">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1" name="Google Shape;171;p37"/>
          <p:cNvSpPr txBox="1"/>
          <p:nvPr>
            <p:ph idx="2" type="body"/>
          </p:nvPr>
        </p:nvSpPr>
        <p:spPr>
          <a:xfrm>
            <a:off x="699516" y="2208276"/>
            <a:ext cx="3453384" cy="20888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600"/>
              <a:buNone/>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2" name="Google Shape;172;p37"/>
          <p:cNvSpPr txBox="1"/>
          <p:nvPr>
            <p:ph idx="3" type="body"/>
          </p:nvPr>
        </p:nvSpPr>
        <p:spPr>
          <a:xfrm>
            <a:off x="4768596" y="1467612"/>
            <a:ext cx="3785616" cy="2990088"/>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240025" spcFirstLastPara="1" rIns="68575" wrap="square" tIns="377175">
            <a:noAutofit/>
          </a:bodyPr>
          <a:lstStyle>
            <a:lvl1pPr indent="-228600" lvl="0" marL="457200" algn="l">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37"/>
          <p:cNvSpPr txBox="1"/>
          <p:nvPr>
            <p:ph idx="4" type="body"/>
          </p:nvPr>
        </p:nvSpPr>
        <p:spPr>
          <a:xfrm>
            <a:off x="4950116" y="2208276"/>
            <a:ext cx="3456432" cy="20888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600"/>
              <a:buNone/>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37"/>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175" name="Google Shape;175;p37"/>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37"/>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accent4"/>
        </a:solidFill>
      </p:bgPr>
    </p:bg>
    <p:spTree>
      <p:nvGrpSpPr>
        <p:cNvPr id="177" name="Shape 177"/>
        <p:cNvGrpSpPr/>
        <p:nvPr/>
      </p:nvGrpSpPr>
      <p:grpSpPr>
        <a:xfrm>
          <a:off x="0" y="0"/>
          <a:ext cx="0" cy="0"/>
          <a:chOff x="0" y="0"/>
          <a:chExt cx="0" cy="0"/>
        </a:xfrm>
      </p:grpSpPr>
      <p:sp>
        <p:nvSpPr>
          <p:cNvPr id="178" name="Google Shape;178;p38"/>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 name="Google Shape;179;p38"/>
          <p:cNvSpPr/>
          <p:nvPr/>
        </p:nvSpPr>
        <p:spPr>
          <a:xfrm>
            <a:off x="6278207" y="1579561"/>
            <a:ext cx="2437177" cy="2990259"/>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80" name="Google Shape;180;p38"/>
          <p:cNvSpPr/>
          <p:nvPr/>
        </p:nvSpPr>
        <p:spPr>
          <a:xfrm>
            <a:off x="3449425" y="1579561"/>
            <a:ext cx="2437178" cy="2990259"/>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81" name="Google Shape;181;p38"/>
          <p:cNvSpPr/>
          <p:nvPr/>
        </p:nvSpPr>
        <p:spPr>
          <a:xfrm>
            <a:off x="606054" y="1579561"/>
            <a:ext cx="2437178" cy="2990259"/>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82" name="Google Shape;182;p38"/>
          <p:cNvSpPr txBox="1"/>
          <p:nvPr>
            <p:ph idx="1" type="body"/>
          </p:nvPr>
        </p:nvSpPr>
        <p:spPr>
          <a:xfrm>
            <a:off x="514350" y="1467612"/>
            <a:ext cx="2434590" cy="2990088"/>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240025" spcFirstLastPara="1" rIns="68575" wrap="square" tIns="377175">
            <a:noAutofit/>
          </a:bodyPr>
          <a:lstStyle>
            <a:lvl1pPr indent="-228600" lvl="0" marL="457200" algn="l">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38"/>
          <p:cNvSpPr txBox="1"/>
          <p:nvPr>
            <p:ph idx="2" type="body"/>
          </p:nvPr>
        </p:nvSpPr>
        <p:spPr>
          <a:xfrm>
            <a:off x="699516" y="2208276"/>
            <a:ext cx="2057400" cy="20888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600"/>
              <a:buNone/>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4" name="Google Shape;184;p38"/>
          <p:cNvSpPr txBox="1"/>
          <p:nvPr>
            <p:ph idx="3" type="body"/>
          </p:nvPr>
        </p:nvSpPr>
        <p:spPr>
          <a:xfrm>
            <a:off x="3360420" y="1467612"/>
            <a:ext cx="2434590" cy="2990088"/>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240025" spcFirstLastPara="1" rIns="68575" wrap="square" tIns="377175">
            <a:noAutofit/>
          </a:bodyPr>
          <a:lstStyle>
            <a:lvl1pPr indent="-228600" lvl="0" marL="457200" algn="l">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 name="Google Shape;185;p38"/>
          <p:cNvSpPr txBox="1"/>
          <p:nvPr>
            <p:ph idx="4" type="body"/>
          </p:nvPr>
        </p:nvSpPr>
        <p:spPr>
          <a:xfrm>
            <a:off x="3536905" y="2208276"/>
            <a:ext cx="2057400" cy="20888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600"/>
              <a:buNone/>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 name="Google Shape;186;p38"/>
          <p:cNvSpPr txBox="1"/>
          <p:nvPr>
            <p:ph idx="5" type="body"/>
          </p:nvPr>
        </p:nvSpPr>
        <p:spPr>
          <a:xfrm>
            <a:off x="6185916" y="1467612"/>
            <a:ext cx="2434590" cy="2990088"/>
          </a:xfrm>
          <a:prstGeom prst="rect">
            <a:avLst/>
          </a:prstGeom>
          <a:solidFill>
            <a:schemeClr val="accent5"/>
          </a:solidFill>
          <a:ln cap="flat" cmpd="sng" w="25400">
            <a:solidFill>
              <a:schemeClr val="dk1"/>
            </a:solidFill>
            <a:prstDash val="solid"/>
            <a:round/>
            <a:headEnd len="sm" w="sm" type="none"/>
            <a:tailEnd len="sm" w="sm" type="none"/>
          </a:ln>
        </p:spPr>
        <p:txBody>
          <a:bodyPr anchorCtr="0" anchor="t" bIns="34275" lIns="240025" spcFirstLastPara="1" rIns="68575" wrap="square" tIns="377175">
            <a:noAutofit/>
          </a:bodyPr>
          <a:lstStyle>
            <a:lvl1pPr indent="-228600" lvl="0" marL="457200" algn="l">
              <a:lnSpc>
                <a:spcPct val="90000"/>
              </a:lnSpc>
              <a:spcBef>
                <a:spcPts val="800"/>
              </a:spcBef>
              <a:spcAft>
                <a:spcPts val="0"/>
              </a:spcAft>
              <a:buClr>
                <a:schemeClr val="dk1"/>
              </a:buClr>
              <a:buSzPts val="1500"/>
              <a:buFont typeface="Arial"/>
              <a:buNone/>
              <a:defRPr sz="1500">
                <a:latin typeface="Century Gothic"/>
                <a:ea typeface="Century Gothic"/>
                <a:cs typeface="Century Gothic"/>
                <a:sym typeface="Century Gothic"/>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 name="Google Shape;187;p38"/>
          <p:cNvSpPr txBox="1"/>
          <p:nvPr>
            <p:ph idx="6" type="body"/>
          </p:nvPr>
        </p:nvSpPr>
        <p:spPr>
          <a:xfrm>
            <a:off x="6367436" y="2208276"/>
            <a:ext cx="2057400" cy="20888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600"/>
              <a:buNone/>
              <a:defRPr sz="1200"/>
            </a:lvl1pPr>
            <a:lvl2pPr indent="-260350" lvl="1" marL="914400" algn="l">
              <a:lnSpc>
                <a:spcPct val="100000"/>
              </a:lnSpc>
              <a:spcBef>
                <a:spcPts val="0"/>
              </a:spcBef>
              <a:spcAft>
                <a:spcPts val="0"/>
              </a:spcAft>
              <a:buClr>
                <a:schemeClr val="dk1"/>
              </a:buClr>
              <a:buSzPts val="500"/>
              <a:buChar char="•"/>
              <a:defRPr sz="1100"/>
            </a:lvl2pPr>
            <a:lvl3pPr indent="-260350" lvl="2" marL="1371600" algn="l">
              <a:lnSpc>
                <a:spcPct val="100000"/>
              </a:lnSpc>
              <a:spcBef>
                <a:spcPts val="0"/>
              </a:spcBef>
              <a:spcAft>
                <a:spcPts val="0"/>
              </a:spcAft>
              <a:buClr>
                <a:schemeClr val="dk1"/>
              </a:buClr>
              <a:buSzPts val="500"/>
              <a:buChar char="•"/>
              <a:defRPr sz="900"/>
            </a:lvl3pPr>
            <a:lvl4pPr indent="-254000" lvl="3" marL="1828800" algn="l">
              <a:lnSpc>
                <a:spcPct val="100000"/>
              </a:lnSpc>
              <a:spcBef>
                <a:spcPts val="0"/>
              </a:spcBef>
              <a:spcAft>
                <a:spcPts val="0"/>
              </a:spcAft>
              <a:buClr>
                <a:schemeClr val="dk1"/>
              </a:buClr>
              <a:buSzPts val="400"/>
              <a:buChar char="•"/>
              <a:defRPr sz="800"/>
            </a:lvl4pPr>
            <a:lvl5pPr indent="-254000" lvl="4" marL="2286000" algn="l">
              <a:lnSpc>
                <a:spcPct val="90000"/>
              </a:lnSpc>
              <a:spcBef>
                <a:spcPts val="400"/>
              </a:spcBef>
              <a:spcAft>
                <a:spcPts val="0"/>
              </a:spcAft>
              <a:buClr>
                <a:schemeClr val="dk1"/>
              </a:buClr>
              <a:buSzPts val="4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38"/>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189" name="Google Shape;189;p38"/>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0" name="Google Shape;190;p38"/>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p:cSld name="Picture with Caption">
    <p:bg>
      <p:bgPr>
        <a:solidFill>
          <a:schemeClr val="accent2"/>
        </a:solidFill>
      </p:bgPr>
    </p:bg>
    <p:spTree>
      <p:nvGrpSpPr>
        <p:cNvPr id="191" name="Shape 191"/>
        <p:cNvGrpSpPr/>
        <p:nvPr/>
      </p:nvGrpSpPr>
      <p:grpSpPr>
        <a:xfrm>
          <a:off x="0" y="0"/>
          <a:ext cx="0" cy="0"/>
          <a:chOff x="0" y="0"/>
          <a:chExt cx="0" cy="0"/>
        </a:xfrm>
      </p:grpSpPr>
      <p:sp>
        <p:nvSpPr>
          <p:cNvPr id="192" name="Google Shape;192;p39"/>
          <p:cNvSpPr/>
          <p:nvPr/>
        </p:nvSpPr>
        <p:spPr>
          <a:xfrm>
            <a:off x="4050539" y="898933"/>
            <a:ext cx="4585823" cy="3595931"/>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93" name="Google Shape;193;p39"/>
          <p:cNvSpPr/>
          <p:nvPr/>
        </p:nvSpPr>
        <p:spPr>
          <a:xfrm>
            <a:off x="3897393" y="628650"/>
            <a:ext cx="4585823" cy="3686176"/>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194" name="Google Shape;194;p39"/>
          <p:cNvSpPr txBox="1"/>
          <p:nvPr>
            <p:ph type="title"/>
          </p:nvPr>
        </p:nvSpPr>
        <p:spPr>
          <a:xfrm>
            <a:off x="4483518" y="1337310"/>
            <a:ext cx="3719866" cy="872072"/>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45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5" name="Google Shape;195;p39"/>
          <p:cNvSpPr/>
          <p:nvPr>
            <p:ph idx="2" type="pic"/>
          </p:nvPr>
        </p:nvSpPr>
        <p:spPr>
          <a:xfrm>
            <a:off x="0" y="0"/>
            <a:ext cx="3263346" cy="5143500"/>
          </a:xfrm>
          <a:prstGeom prst="rect">
            <a:avLst/>
          </a:prstGeom>
          <a:solidFill>
            <a:schemeClr val="accent5"/>
          </a:solidFill>
          <a:ln>
            <a:noFill/>
          </a:ln>
        </p:spPr>
      </p:sp>
      <p:sp>
        <p:nvSpPr>
          <p:cNvPr id="196" name="Google Shape;196;p39"/>
          <p:cNvSpPr txBox="1"/>
          <p:nvPr>
            <p:ph idx="1" type="body"/>
          </p:nvPr>
        </p:nvSpPr>
        <p:spPr>
          <a:xfrm>
            <a:off x="4471416" y="2208276"/>
            <a:ext cx="3614166" cy="159791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1"/>
              </a:buClr>
              <a:buSzPts val="1200"/>
              <a:buNone/>
              <a:defRPr sz="1200"/>
            </a:lvl1pPr>
            <a:lvl2pPr indent="-298450" lvl="1" marL="914400" algn="l">
              <a:lnSpc>
                <a:spcPct val="90000"/>
              </a:lnSpc>
              <a:spcBef>
                <a:spcPts val="400"/>
              </a:spcBef>
              <a:spcAft>
                <a:spcPts val="0"/>
              </a:spcAft>
              <a:buClr>
                <a:schemeClr val="dk1"/>
              </a:buClr>
              <a:buSzPts val="1100"/>
              <a:buChar char="•"/>
              <a:defRPr sz="1100"/>
            </a:lvl2pPr>
            <a:lvl3pPr indent="-285750" lvl="2" marL="1371600" algn="l">
              <a:lnSpc>
                <a:spcPct val="90000"/>
              </a:lnSpc>
              <a:spcBef>
                <a:spcPts val="400"/>
              </a:spcBef>
              <a:spcAft>
                <a:spcPts val="0"/>
              </a:spcAft>
              <a:buClr>
                <a:schemeClr val="dk1"/>
              </a:buClr>
              <a:buSzPts val="900"/>
              <a:buChar char="•"/>
              <a:defRPr sz="900"/>
            </a:lvl3pPr>
            <a:lvl4pPr indent="-279400" lvl="3" marL="1828800" algn="l">
              <a:lnSpc>
                <a:spcPct val="90000"/>
              </a:lnSpc>
              <a:spcBef>
                <a:spcPts val="400"/>
              </a:spcBef>
              <a:spcAft>
                <a:spcPts val="0"/>
              </a:spcAft>
              <a:buClr>
                <a:schemeClr val="dk1"/>
              </a:buClr>
              <a:buSzPts val="800"/>
              <a:buChar char="•"/>
              <a:defRPr sz="800"/>
            </a:lvl4pPr>
            <a:lvl5pPr indent="-279400" lvl="4" marL="2286000" algn="l">
              <a:lnSpc>
                <a:spcPct val="90000"/>
              </a:lnSpc>
              <a:spcBef>
                <a:spcPts val="400"/>
              </a:spcBef>
              <a:spcAft>
                <a:spcPts val="0"/>
              </a:spcAft>
              <a:buClr>
                <a:schemeClr val="dk1"/>
              </a:buClr>
              <a:buSzPts val="800"/>
              <a:buChar char="•"/>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 name="Google Shape;197;p39"/>
          <p:cNvSpPr txBox="1"/>
          <p:nvPr>
            <p:ph idx="12" type="sldNum"/>
          </p:nvPr>
        </p:nvSpPr>
        <p:spPr>
          <a:xfrm>
            <a:off x="6054676"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cxnSp>
        <p:nvCxnSpPr>
          <p:cNvPr id="198" name="Google Shape;198;p39"/>
          <p:cNvCxnSpPr/>
          <p:nvPr/>
        </p:nvCxnSpPr>
        <p:spPr>
          <a:xfrm>
            <a:off x="3263346" y="4899464"/>
            <a:ext cx="2769817" cy="0"/>
          </a:xfrm>
          <a:prstGeom prst="straightConnector1">
            <a:avLst/>
          </a:prstGeom>
          <a:noFill/>
          <a:ln cap="flat" cmpd="sng" w="12700">
            <a:solidFill>
              <a:schemeClr val="dk1"/>
            </a:solidFill>
            <a:prstDash val="solid"/>
            <a:miter lim="800000"/>
            <a:headEnd len="sm" w="sm" type="none"/>
            <a:tailEnd len="sm" w="sm" type="none"/>
          </a:ln>
        </p:spPr>
      </p:cxnSp>
      <p:cxnSp>
        <p:nvCxnSpPr>
          <p:cNvPr id="199" name="Google Shape;199;p39"/>
          <p:cNvCxnSpPr/>
          <p:nvPr/>
        </p:nvCxnSpPr>
        <p:spPr>
          <a:xfrm>
            <a:off x="6350508" y="4895251"/>
            <a:ext cx="2793492" cy="4213"/>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solidFill>
          <a:schemeClr val="dk2"/>
        </a:solidFill>
      </p:bgPr>
    </p:bg>
    <p:spTree>
      <p:nvGrpSpPr>
        <p:cNvPr id="200" name="Shape 200"/>
        <p:cNvGrpSpPr/>
        <p:nvPr/>
      </p:nvGrpSpPr>
      <p:grpSpPr>
        <a:xfrm>
          <a:off x="0" y="0"/>
          <a:ext cx="0" cy="0"/>
          <a:chOff x="0" y="0"/>
          <a:chExt cx="0" cy="0"/>
        </a:xfrm>
      </p:grpSpPr>
      <p:sp>
        <p:nvSpPr>
          <p:cNvPr id="201" name="Google Shape;201;p40"/>
          <p:cNvSpPr/>
          <p:nvPr/>
        </p:nvSpPr>
        <p:spPr>
          <a:xfrm>
            <a:off x="796925" y="871059"/>
            <a:ext cx="7665839" cy="3623807"/>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202" name="Google Shape;202;p40"/>
          <p:cNvSpPr/>
          <p:nvPr/>
        </p:nvSpPr>
        <p:spPr>
          <a:xfrm>
            <a:off x="643778" y="600075"/>
            <a:ext cx="7665839" cy="3714751"/>
          </a:xfrm>
          <a:prstGeom prst="rect">
            <a:avLst/>
          </a:prstGeom>
          <a:solidFill>
            <a:schemeClr val="accent5"/>
          </a:solid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Open Sans Light"/>
              <a:buNone/>
            </a:pPr>
            <a:r>
              <a:t/>
            </a:r>
            <a:endParaRPr b="0" i="0" sz="1400" u="none" cap="none" strike="noStrike">
              <a:solidFill>
                <a:schemeClr val="lt1"/>
              </a:solidFill>
              <a:latin typeface="Karla"/>
              <a:ea typeface="Karla"/>
              <a:cs typeface="Karla"/>
              <a:sym typeface="Karla"/>
            </a:endParaRPr>
          </a:p>
        </p:txBody>
      </p:sp>
      <p:sp>
        <p:nvSpPr>
          <p:cNvPr id="203" name="Google Shape;203;p40"/>
          <p:cNvSpPr txBox="1"/>
          <p:nvPr>
            <p:ph type="ctrTitle"/>
          </p:nvPr>
        </p:nvSpPr>
        <p:spPr>
          <a:xfrm>
            <a:off x="1145286" y="1426464"/>
            <a:ext cx="3655314" cy="1282446"/>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4500"/>
              <a:buFont typeface="Century Gothic"/>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4" name="Google Shape;204;p40"/>
          <p:cNvSpPr txBox="1"/>
          <p:nvPr>
            <p:ph idx="1" type="subTitle"/>
          </p:nvPr>
        </p:nvSpPr>
        <p:spPr>
          <a:xfrm>
            <a:off x="1145286" y="2331720"/>
            <a:ext cx="2935224" cy="1412748"/>
          </a:xfrm>
          <a:prstGeom prst="rect">
            <a:avLst/>
          </a:prstGeom>
          <a:noFill/>
          <a:ln>
            <a:noFill/>
          </a:ln>
        </p:spPr>
        <p:txBody>
          <a:bodyPr anchorCtr="0" anchor="t" bIns="34275" lIns="68575" spcFirstLastPara="1" rIns="68575" wrap="square" tIns="34275">
            <a:noAutofit/>
          </a:bodyPr>
          <a:lstStyle>
            <a:lvl1pPr lvl="0" algn="l">
              <a:lnSpc>
                <a:spcPct val="100000"/>
              </a:lnSpc>
              <a:spcBef>
                <a:spcPts val="800"/>
              </a:spcBef>
              <a:spcAft>
                <a:spcPts val="0"/>
              </a:spcAft>
              <a:buClr>
                <a:schemeClr val="dk1"/>
              </a:buClr>
              <a:buSzPts val="1200"/>
              <a:buNone/>
              <a:defRPr sz="12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5" name="Google Shape;205;p40"/>
          <p:cNvSpPr/>
          <p:nvPr>
            <p:ph idx="2" type="pic"/>
          </p:nvPr>
        </p:nvSpPr>
        <p:spPr>
          <a:xfrm>
            <a:off x="4832612" y="609219"/>
            <a:ext cx="3477006" cy="3696462"/>
          </a:xfrm>
          <a:prstGeom prst="rect">
            <a:avLst/>
          </a:prstGeom>
          <a:noFill/>
          <a:ln cap="flat" cmpd="sng" w="25400">
            <a:solidFill>
              <a:schemeClr val="dk1"/>
            </a:solidFill>
            <a:prstDash val="solid"/>
            <a:miter lim="800000"/>
            <a:headEnd len="sm" w="sm" type="none"/>
            <a:tailEnd len="sm" w="sm" type="none"/>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accent5"/>
        </a:solidFill>
      </p:bgPr>
    </p:bg>
    <p:spTree>
      <p:nvGrpSpPr>
        <p:cNvPr id="206" name="Shape 206"/>
        <p:cNvGrpSpPr/>
        <p:nvPr/>
      </p:nvGrpSpPr>
      <p:grpSpPr>
        <a:xfrm>
          <a:off x="0" y="0"/>
          <a:ext cx="0" cy="0"/>
          <a:chOff x="0" y="0"/>
          <a:chExt cx="0" cy="0"/>
        </a:xfrm>
      </p:grpSpPr>
      <p:sp>
        <p:nvSpPr>
          <p:cNvPr id="207" name="Google Shape;207;p41"/>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8" name="Google Shape;208;p41"/>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209" name="Google Shape;209;p41"/>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0" name="Google Shape;210;p41"/>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854964" y="384048"/>
            <a:ext cx="7434072" cy="761238"/>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chemeClr val="dk1"/>
              </a:buClr>
              <a:buSzPts val="4500"/>
              <a:buFont typeface="Century Gothic"/>
              <a:buNone/>
              <a:defRPr b="0" i="0" sz="45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2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Open Sans Light"/>
                <a:ea typeface="Open Sans Light"/>
                <a:cs typeface="Open Sans Light"/>
                <a:sym typeface="Open Sans Light"/>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Open Sans Light"/>
                <a:ea typeface="Open Sans Light"/>
                <a:cs typeface="Open Sans Light"/>
                <a:sym typeface="Open Sans Light"/>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9pPr>
          </a:lstStyle>
          <a:p/>
        </p:txBody>
      </p:sp>
      <p:sp>
        <p:nvSpPr>
          <p:cNvPr id="8" name="Google Shape;8;p27"/>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9pPr>
          </a:lstStyle>
          <a:p/>
        </p:txBody>
      </p:sp>
      <p:sp>
        <p:nvSpPr>
          <p:cNvPr id="9" name="Google Shape;9;p27"/>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Open Sans Light"/>
                <a:ea typeface="Open Sans Light"/>
                <a:cs typeface="Open Sans Light"/>
                <a:sym typeface="Open Sans Light"/>
              </a:defRPr>
            </a:lvl9pPr>
          </a:lstStyle>
          <a:p/>
        </p:txBody>
      </p:sp>
      <p:sp>
        <p:nvSpPr>
          <p:cNvPr id="10" name="Google Shape;10;p27"/>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lvl1pPr indent="0" lvl="0"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cxnSp>
        <p:nvCxnSpPr>
          <p:cNvPr id="11" name="Google Shape;11;p27"/>
          <p:cNvCxnSpPr/>
          <p:nvPr/>
        </p:nvCxnSpPr>
        <p:spPr>
          <a:xfrm>
            <a:off x="0" y="4901914"/>
            <a:ext cx="628650" cy="0"/>
          </a:xfrm>
          <a:prstGeom prst="straightConnector1">
            <a:avLst/>
          </a:prstGeom>
          <a:noFill/>
          <a:ln cap="flat" cmpd="sng" w="12700">
            <a:solidFill>
              <a:schemeClr val="dk1"/>
            </a:solidFill>
            <a:prstDash val="solid"/>
            <a:miter lim="800000"/>
            <a:headEnd len="sm" w="sm" type="none"/>
            <a:tailEnd len="sm" w="sm" type="none"/>
          </a:ln>
        </p:spPr>
      </p:cxnSp>
      <p:cxnSp>
        <p:nvCxnSpPr>
          <p:cNvPr id="12" name="Google Shape;12;p27"/>
          <p:cNvCxnSpPr/>
          <p:nvPr/>
        </p:nvCxnSpPr>
        <p:spPr>
          <a:xfrm>
            <a:off x="903769" y="4901914"/>
            <a:ext cx="3120390" cy="0"/>
          </a:xfrm>
          <a:prstGeom prst="straightConnector1">
            <a:avLst/>
          </a:prstGeom>
          <a:noFill/>
          <a:ln cap="flat" cmpd="sng" w="12700">
            <a:solidFill>
              <a:schemeClr val="dk1"/>
            </a:solidFill>
            <a:prstDash val="solid"/>
            <a:miter lim="800000"/>
            <a:headEnd len="sm" w="sm" type="none"/>
            <a:tailEnd len="sm" w="sm" type="none"/>
          </a:ln>
        </p:spPr>
      </p:cxnSp>
      <p:cxnSp>
        <p:nvCxnSpPr>
          <p:cNvPr id="13" name="Google Shape;13;p27"/>
          <p:cNvCxnSpPr/>
          <p:nvPr/>
        </p:nvCxnSpPr>
        <p:spPr>
          <a:xfrm>
            <a:off x="5101590" y="4896609"/>
            <a:ext cx="2880360" cy="0"/>
          </a:xfrm>
          <a:prstGeom prst="straightConnector1">
            <a:avLst/>
          </a:prstGeom>
          <a:noFill/>
          <a:ln cap="flat" cmpd="sng" w="12700">
            <a:solidFill>
              <a:schemeClr val="dk1"/>
            </a:solidFill>
            <a:prstDash val="solid"/>
            <a:miter lim="800000"/>
            <a:headEnd len="sm" w="sm" type="none"/>
            <a:tailEnd len="sm" w="sm" type="none"/>
          </a:ln>
        </p:spPr>
      </p:cxnSp>
      <p:cxnSp>
        <p:nvCxnSpPr>
          <p:cNvPr id="14" name="Google Shape;14;p27"/>
          <p:cNvCxnSpPr/>
          <p:nvPr/>
        </p:nvCxnSpPr>
        <p:spPr>
          <a:xfrm>
            <a:off x="8457256" y="4896612"/>
            <a:ext cx="685800" cy="0"/>
          </a:xfrm>
          <a:prstGeom prst="straightConnector1">
            <a:avLst/>
          </a:prstGeom>
          <a:noFill/>
          <a:ln cap="flat" cmpd="sng" w="12700">
            <a:solidFill>
              <a:schemeClr val="dk1"/>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paperswithcode.com/dataset/ildc"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
          <p:cNvSpPr txBox="1"/>
          <p:nvPr>
            <p:ph type="title"/>
          </p:nvPr>
        </p:nvSpPr>
        <p:spPr>
          <a:xfrm>
            <a:off x="1181215" y="1159775"/>
            <a:ext cx="6781569" cy="1411975"/>
          </a:xfrm>
          <a:prstGeom prst="rect">
            <a:avLst/>
          </a:prstGeom>
          <a:noFill/>
          <a:ln>
            <a:noFill/>
          </a:ln>
        </p:spPr>
        <p:txBody>
          <a:bodyPr anchorCtr="0" anchor="t" bIns="34275" lIns="68575" spcFirstLastPara="1" rIns="68575" wrap="square" tIns="34275">
            <a:noAutofit/>
          </a:bodyPr>
          <a:lstStyle/>
          <a:p>
            <a:pPr indent="0" lvl="0" marL="0" rtl="0" algn="ctr">
              <a:lnSpc>
                <a:spcPct val="85000"/>
              </a:lnSpc>
              <a:spcBef>
                <a:spcPts val="0"/>
              </a:spcBef>
              <a:spcAft>
                <a:spcPts val="0"/>
              </a:spcAft>
              <a:buSzPts val="1400"/>
              <a:buNone/>
            </a:pPr>
            <a:r>
              <a:rPr b="1" lang="en" sz="3600">
                <a:solidFill>
                  <a:schemeClr val="dk1"/>
                </a:solidFill>
                <a:latin typeface="Raleway"/>
                <a:ea typeface="Raleway"/>
                <a:cs typeface="Raleway"/>
                <a:sym typeface="Raleway"/>
              </a:rPr>
              <a:t>AI Legal Advisor</a:t>
            </a:r>
            <a:br>
              <a:rPr b="1" lang="en" sz="3600">
                <a:solidFill>
                  <a:schemeClr val="dk1"/>
                </a:solidFill>
                <a:latin typeface="Raleway"/>
                <a:ea typeface="Raleway"/>
                <a:cs typeface="Raleway"/>
                <a:sym typeface="Raleway"/>
              </a:rPr>
            </a:br>
            <a:br>
              <a:rPr lang="en" sz="1500">
                <a:solidFill>
                  <a:schemeClr val="dk1"/>
                </a:solidFill>
                <a:latin typeface="Roboto"/>
                <a:ea typeface="Roboto"/>
                <a:cs typeface="Roboto"/>
                <a:sym typeface="Roboto"/>
              </a:rPr>
            </a:br>
            <a:r>
              <a:rPr lang="en" sz="1800">
                <a:solidFill>
                  <a:schemeClr val="dk1"/>
                </a:solidFill>
                <a:latin typeface="Raleway"/>
                <a:ea typeface="Raleway"/>
                <a:cs typeface="Raleway"/>
                <a:sym typeface="Raleway"/>
              </a:rPr>
              <a:t>Project Phase 1: </a:t>
            </a:r>
            <a:r>
              <a:rPr lang="en" sz="1800">
                <a:latin typeface="Raleway"/>
                <a:ea typeface="Raleway"/>
                <a:cs typeface="Raleway"/>
                <a:sym typeface="Raleway"/>
              </a:rPr>
              <a:t>First  R</a:t>
            </a:r>
            <a:r>
              <a:rPr lang="en" sz="2100">
                <a:latin typeface="Raleway"/>
                <a:ea typeface="Raleway"/>
                <a:cs typeface="Raleway"/>
                <a:sym typeface="Raleway"/>
              </a:rPr>
              <a:t>eview</a:t>
            </a:r>
            <a:endParaRPr sz="2100"/>
          </a:p>
        </p:txBody>
      </p:sp>
      <p:sp>
        <p:nvSpPr>
          <p:cNvPr id="216" name="Google Shape;216;p1"/>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17" name="Google Shape;217;p1"/>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18" name="Google Shape;218;p1"/>
          <p:cNvSpPr txBox="1"/>
          <p:nvPr/>
        </p:nvSpPr>
        <p:spPr>
          <a:xfrm>
            <a:off x="4969462" y="3003546"/>
            <a:ext cx="3588075" cy="682668"/>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1400"/>
              <a:buFont typeface="Arial"/>
              <a:buNone/>
            </a:pPr>
            <a:r>
              <a:rPr b="1" i="0" lang="en" sz="1400" u="sng" cap="none" strike="noStrike">
                <a:solidFill>
                  <a:schemeClr val="dk1"/>
                </a:solidFill>
                <a:latin typeface="Raleway"/>
                <a:ea typeface="Raleway"/>
                <a:cs typeface="Raleway"/>
                <a:sym typeface="Raleway"/>
              </a:rPr>
              <a:t>Guided By</a:t>
            </a:r>
            <a:endParaRPr b="0" i="0" sz="1100" u="none" cap="none" strike="noStrike">
              <a:solidFill>
                <a:srgbClr val="000000"/>
              </a:solidFill>
              <a:latin typeface="Raleway"/>
              <a:ea typeface="Raleway"/>
              <a:cs typeface="Raleway"/>
              <a:sym typeface="Raleway"/>
            </a:endParaRPr>
          </a:p>
          <a:p>
            <a:pPr indent="0" lvl="0" marL="0" marR="0" rtl="0" algn="ctr">
              <a:lnSpc>
                <a:spcPct val="90000"/>
              </a:lnSpc>
              <a:spcBef>
                <a:spcPts val="0"/>
              </a:spcBef>
              <a:spcAft>
                <a:spcPts val="0"/>
              </a:spcAft>
              <a:buClr>
                <a:schemeClr val="dk1"/>
              </a:buClr>
              <a:buSzPts val="1400"/>
              <a:buFont typeface="Arial"/>
              <a:buNone/>
            </a:pPr>
            <a:r>
              <a:rPr b="0" i="0" lang="en" sz="1100" u="none" cap="none" strike="noStrike">
                <a:solidFill>
                  <a:schemeClr val="dk1"/>
                </a:solidFill>
                <a:latin typeface="Raleway"/>
                <a:ea typeface="Raleway"/>
                <a:cs typeface="Raleway"/>
                <a:sym typeface="Raleway"/>
              </a:rPr>
              <a:t>Ms.Neena Joseph</a:t>
            </a:r>
            <a:endParaRPr b="0" i="0" sz="1100" u="none" cap="none" strike="noStrike">
              <a:solidFill>
                <a:schemeClr val="dk1"/>
              </a:solidFill>
              <a:latin typeface="Raleway"/>
              <a:ea typeface="Raleway"/>
              <a:cs typeface="Raleway"/>
              <a:sym typeface="Raleway"/>
            </a:endParaRPr>
          </a:p>
          <a:p>
            <a:pPr indent="0" lvl="0" marL="0" marR="0" rtl="0" algn="ctr">
              <a:lnSpc>
                <a:spcPct val="90000"/>
              </a:lnSpc>
              <a:spcBef>
                <a:spcPts val="0"/>
              </a:spcBef>
              <a:spcAft>
                <a:spcPts val="0"/>
              </a:spcAft>
              <a:buClr>
                <a:schemeClr val="dk1"/>
              </a:buClr>
              <a:buSzPts val="1400"/>
              <a:buFont typeface="Arial"/>
              <a:buNone/>
            </a:pPr>
            <a:r>
              <a:rPr b="0" i="0" lang="en" sz="1100" u="none" cap="none" strike="noStrike">
                <a:solidFill>
                  <a:schemeClr val="dk1"/>
                </a:solidFill>
                <a:latin typeface="Raleway"/>
                <a:ea typeface="Raleway"/>
                <a:cs typeface="Raleway"/>
                <a:sym typeface="Raleway"/>
              </a:rPr>
              <a:t>Assistant Professor </a:t>
            </a:r>
            <a:endParaRPr b="0" i="0" sz="1100" u="none" cap="none" strike="noStrike">
              <a:solidFill>
                <a:schemeClr val="dk1"/>
              </a:solidFill>
              <a:latin typeface="Raleway"/>
              <a:ea typeface="Raleway"/>
              <a:cs typeface="Raleway"/>
              <a:sym typeface="Raleway"/>
            </a:endParaRPr>
          </a:p>
          <a:p>
            <a:pPr indent="0" lvl="0" marL="0" marR="0" rtl="0" algn="ctr">
              <a:lnSpc>
                <a:spcPct val="85000"/>
              </a:lnSpc>
              <a:spcBef>
                <a:spcPts val="0"/>
              </a:spcBef>
              <a:spcAft>
                <a:spcPts val="0"/>
              </a:spcAft>
              <a:buClr>
                <a:schemeClr val="dk1"/>
              </a:buClr>
              <a:buSzPts val="1000"/>
              <a:buFont typeface="Arial"/>
              <a:buNone/>
            </a:pPr>
            <a:r>
              <a:rPr b="0" i="0" lang="en" sz="1100" u="none" cap="none" strike="noStrike">
                <a:solidFill>
                  <a:schemeClr val="dk1"/>
                </a:solidFill>
                <a:latin typeface="Raleway"/>
                <a:ea typeface="Raleway"/>
                <a:cs typeface="Raleway"/>
                <a:sym typeface="Raleway"/>
              </a:rPr>
              <a:t>Artificial Intelligence and Data Science Department </a:t>
            </a:r>
            <a:endParaRPr b="0" i="0" sz="1100" u="none" cap="none" strike="noStrike">
              <a:solidFill>
                <a:schemeClr val="dk1"/>
              </a:solidFill>
              <a:latin typeface="Raleway"/>
              <a:ea typeface="Raleway"/>
              <a:cs typeface="Raleway"/>
              <a:sym typeface="Raleway"/>
            </a:endParaRPr>
          </a:p>
          <a:p>
            <a:pPr indent="0" lvl="0" marL="0" marR="0" rtl="0" algn="ctr">
              <a:lnSpc>
                <a:spcPct val="85000"/>
              </a:lnSpc>
              <a:spcBef>
                <a:spcPts val="0"/>
              </a:spcBef>
              <a:spcAft>
                <a:spcPts val="0"/>
              </a:spcAft>
              <a:buClr>
                <a:schemeClr val="dk1"/>
              </a:buClr>
              <a:buSzPts val="1000"/>
              <a:buFont typeface="Arial"/>
              <a:buNone/>
            </a:pPr>
            <a:r>
              <a:t/>
            </a:r>
            <a:endParaRPr b="0" i="0" sz="1200" u="none" cap="none" strike="noStrike">
              <a:solidFill>
                <a:schemeClr val="dk1"/>
              </a:solidFill>
              <a:latin typeface="Roboto"/>
              <a:ea typeface="Roboto"/>
              <a:cs typeface="Roboto"/>
              <a:sym typeface="Roboto"/>
            </a:endParaRPr>
          </a:p>
        </p:txBody>
      </p:sp>
      <p:sp>
        <p:nvSpPr>
          <p:cNvPr id="219" name="Google Shape;219;p1"/>
          <p:cNvSpPr txBox="1"/>
          <p:nvPr/>
        </p:nvSpPr>
        <p:spPr>
          <a:xfrm>
            <a:off x="1181215" y="2890234"/>
            <a:ext cx="2225615" cy="923299"/>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sng" cap="none" strike="noStrike">
                <a:solidFill>
                  <a:schemeClr val="dk1"/>
                </a:solidFill>
                <a:latin typeface="Raleway"/>
                <a:ea typeface="Raleway"/>
                <a:cs typeface="Raleway"/>
                <a:sym typeface="Raleway"/>
              </a:rPr>
              <a:t>Presented</a:t>
            </a:r>
            <a:r>
              <a:rPr b="1" i="0" lang="en" sz="1100" u="sng" cap="none" strike="noStrike">
                <a:solidFill>
                  <a:schemeClr val="dk1"/>
                </a:solidFill>
                <a:latin typeface="Raleway"/>
                <a:ea typeface="Raleway"/>
                <a:cs typeface="Raleway"/>
                <a:sym typeface="Raleway"/>
              </a:rPr>
              <a:t> By</a:t>
            </a:r>
            <a:endParaRPr b="0" i="0" sz="11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Raleway"/>
                <a:ea typeface="Raleway"/>
                <a:cs typeface="Raleway"/>
                <a:sym typeface="Raleway"/>
              </a:rPr>
              <a:t>Hashif V S               SJC20AD036</a:t>
            </a:r>
            <a:endParaRPr b="0" i="0" sz="11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Raleway"/>
                <a:ea typeface="Raleway"/>
                <a:cs typeface="Raleway"/>
                <a:sym typeface="Raleway"/>
              </a:rPr>
              <a:t>Aleena James        SJC20AD009</a:t>
            </a:r>
            <a:endParaRPr b="0" i="0" sz="11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Raleway"/>
                <a:ea typeface="Raleway"/>
                <a:cs typeface="Raleway"/>
                <a:sym typeface="Raleway"/>
              </a:rPr>
              <a:t>Jomal P Joy            SJC20AD043</a:t>
            </a:r>
            <a:endParaRPr b="0" i="0" sz="11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Raleway"/>
                <a:ea typeface="Raleway"/>
                <a:cs typeface="Raleway"/>
                <a:sym typeface="Raleway"/>
              </a:rPr>
              <a:t>Priyan V                   SJC20AD050</a:t>
            </a:r>
            <a:endParaRPr b="0" i="0" sz="1100" u="none" cap="none" strike="noStrike">
              <a:solidFill>
                <a:srgbClr val="000000"/>
              </a:solidFill>
              <a:latin typeface="Raleway"/>
              <a:ea typeface="Raleway"/>
              <a:cs typeface="Raleway"/>
              <a:sym typeface="Raleway"/>
            </a:endParaRPr>
          </a:p>
        </p:txBody>
      </p:sp>
      <p:sp>
        <p:nvSpPr>
          <p:cNvPr id="220" name="Google Shape;220;p1"/>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
          <p:cNvSpPr txBox="1"/>
          <p:nvPr>
            <p:ph idx="1" type="body"/>
          </p:nvPr>
        </p:nvSpPr>
        <p:spPr>
          <a:xfrm>
            <a:off x="446913" y="157656"/>
            <a:ext cx="8250174" cy="4545896"/>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Clr>
                <a:schemeClr val="dk1"/>
              </a:buClr>
              <a:buSzPts val="2600"/>
              <a:buNone/>
            </a:pPr>
            <a:r>
              <a:rPr lang="en" sz="3000">
                <a:latin typeface="Raleway"/>
                <a:ea typeface="Raleway"/>
                <a:cs typeface="Raleway"/>
                <a:sym typeface="Raleway"/>
              </a:rPr>
              <a:t>Outline</a:t>
            </a:r>
            <a:endParaRPr/>
          </a:p>
          <a:p>
            <a:pPr indent="0" lvl="0" marL="0" rtl="0" algn="just">
              <a:lnSpc>
                <a:spcPct val="90000"/>
              </a:lnSpc>
              <a:spcBef>
                <a:spcPts val="0"/>
              </a:spcBef>
              <a:spcAft>
                <a:spcPts val="0"/>
              </a:spcAft>
              <a:buClr>
                <a:schemeClr val="dk1"/>
              </a:buClr>
              <a:buSzPts val="2600"/>
              <a:buNone/>
            </a:pPr>
            <a:r>
              <a:t/>
            </a:r>
            <a:endParaRPr>
              <a:latin typeface="Raleway"/>
              <a:ea typeface="Raleway"/>
              <a:cs typeface="Raleway"/>
              <a:sym typeface="Raleway"/>
            </a:endParaRPr>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Introduction</a:t>
            </a:r>
            <a:endParaRPr/>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Motivation</a:t>
            </a:r>
            <a:endParaRPr/>
          </a:p>
          <a:p>
            <a:pPr indent="-171450" lvl="0" marL="177800" rtl="0" algn="just">
              <a:lnSpc>
                <a:spcPct val="90000"/>
              </a:lnSpc>
              <a:spcBef>
                <a:spcPts val="800"/>
              </a:spcBef>
              <a:spcAft>
                <a:spcPts val="0"/>
              </a:spcAft>
              <a:buSzPts val="2100"/>
              <a:buFont typeface="Noto Sans Symbols"/>
              <a:buChar char="⮚"/>
            </a:pPr>
            <a:r>
              <a:rPr lang="en" sz="1800">
                <a:latin typeface="Raleway"/>
                <a:ea typeface="Raleway"/>
                <a:cs typeface="Raleway"/>
                <a:sym typeface="Raleway"/>
              </a:rPr>
              <a:t>Problem Statement</a:t>
            </a:r>
            <a:endParaRPr sz="1800"/>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Literature Survey</a:t>
            </a:r>
            <a:endParaRPr sz="1800"/>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Objective</a:t>
            </a:r>
            <a:endParaRPr sz="1800"/>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Methodology</a:t>
            </a:r>
            <a:endParaRPr/>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Work Schedule</a:t>
            </a:r>
            <a:endParaRPr sz="1800"/>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Conclusion </a:t>
            </a:r>
            <a:endParaRPr sz="1800"/>
          </a:p>
          <a:p>
            <a:pPr indent="-171450" lvl="0" marL="177800" rtl="0" algn="just">
              <a:lnSpc>
                <a:spcPct val="90000"/>
              </a:lnSpc>
              <a:spcBef>
                <a:spcPts val="800"/>
              </a:spcBef>
              <a:spcAft>
                <a:spcPts val="0"/>
              </a:spcAft>
              <a:buClr>
                <a:schemeClr val="dk1"/>
              </a:buClr>
              <a:buSzPts val="2100"/>
              <a:buFont typeface="Noto Sans Symbols"/>
              <a:buChar char="⮚"/>
            </a:pPr>
            <a:r>
              <a:rPr lang="en" sz="1800">
                <a:latin typeface="Raleway"/>
                <a:ea typeface="Raleway"/>
                <a:cs typeface="Raleway"/>
                <a:sym typeface="Raleway"/>
              </a:rPr>
              <a:t>References</a:t>
            </a:r>
            <a:endParaRPr sz="1800"/>
          </a:p>
        </p:txBody>
      </p:sp>
      <p:sp>
        <p:nvSpPr>
          <p:cNvPr id="226" name="Google Shape;226;p2"/>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27" name="Google Shape;227;p2"/>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28" name="Google Shape;228;p2"/>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
          <p:cNvSpPr txBox="1"/>
          <p:nvPr>
            <p:ph type="title"/>
          </p:nvPr>
        </p:nvSpPr>
        <p:spPr>
          <a:xfrm>
            <a:off x="3380877" y="292025"/>
            <a:ext cx="2786700" cy="5217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Century Gothic"/>
              <a:buNone/>
            </a:pPr>
            <a:r>
              <a:rPr b="1" lang="en" sz="3000">
                <a:latin typeface="Raleway"/>
                <a:ea typeface="Raleway"/>
                <a:cs typeface="Raleway"/>
                <a:sym typeface="Raleway"/>
              </a:rPr>
              <a:t>Introduction</a:t>
            </a:r>
            <a:endParaRPr b="1" sz="3000">
              <a:latin typeface="Raleway"/>
              <a:ea typeface="Raleway"/>
              <a:cs typeface="Raleway"/>
              <a:sym typeface="Raleway"/>
            </a:endParaRPr>
          </a:p>
        </p:txBody>
      </p:sp>
      <p:sp>
        <p:nvSpPr>
          <p:cNvPr id="234" name="Google Shape;234;p3"/>
          <p:cNvSpPr txBox="1"/>
          <p:nvPr>
            <p:ph idx="1" type="body"/>
          </p:nvPr>
        </p:nvSpPr>
        <p:spPr>
          <a:xfrm>
            <a:off x="446850" y="1025151"/>
            <a:ext cx="8250300" cy="2775300"/>
          </a:xfrm>
          <a:prstGeom prst="rect">
            <a:avLst/>
          </a:prstGeom>
          <a:noFill/>
          <a:ln>
            <a:noFill/>
          </a:ln>
        </p:spPr>
        <p:txBody>
          <a:bodyPr anchorCtr="0" anchor="t" bIns="34275" lIns="68575" spcFirstLastPara="1" rIns="68575" wrap="square" tIns="34275">
            <a:noAutofit/>
          </a:bodyPr>
          <a:lstStyle/>
          <a:p>
            <a:pPr indent="-254000" lvl="0" marL="254000" rtl="0" algn="just">
              <a:lnSpc>
                <a:spcPct val="90000"/>
              </a:lnSpc>
              <a:spcBef>
                <a:spcPts val="800"/>
              </a:spcBef>
              <a:spcAft>
                <a:spcPts val="0"/>
              </a:spcAft>
              <a:buSzPts val="1400"/>
              <a:buFont typeface="Arial"/>
              <a:buChar char="•"/>
            </a:pPr>
            <a:r>
              <a:rPr b="0" i="0" lang="en" sz="1800">
                <a:solidFill>
                  <a:schemeClr val="dk1"/>
                </a:solidFill>
                <a:latin typeface="Raleway"/>
                <a:ea typeface="Raleway"/>
                <a:cs typeface="Raleway"/>
                <a:sym typeface="Raleway"/>
              </a:rPr>
              <a:t>In a world marked by ever-increasing legal complexities, access to reliable legal advice is often a privilege. Our project, the “</a:t>
            </a:r>
            <a:r>
              <a:rPr lang="en" sz="1800">
                <a:solidFill>
                  <a:schemeClr val="dk1"/>
                </a:solidFill>
                <a:latin typeface="Raleway"/>
                <a:ea typeface="Raleway"/>
                <a:cs typeface="Raleway"/>
                <a:sym typeface="Raleway"/>
              </a:rPr>
              <a:t>AI</a:t>
            </a:r>
            <a:r>
              <a:rPr b="0" i="0" lang="en" sz="1800">
                <a:solidFill>
                  <a:schemeClr val="dk1"/>
                </a:solidFill>
                <a:latin typeface="Raleway"/>
                <a:ea typeface="Raleway"/>
                <a:cs typeface="Raleway"/>
                <a:sym typeface="Raleway"/>
              </a:rPr>
              <a:t> Legal Advisor," aims to change that by providing an innovative and user-friendly solution to bridge the gap between individuals and legal professionals.</a:t>
            </a:r>
            <a:endParaRPr/>
          </a:p>
          <a:p>
            <a:pPr indent="0" lvl="0" marL="0" rtl="0" algn="just">
              <a:lnSpc>
                <a:spcPct val="90000"/>
              </a:lnSpc>
              <a:spcBef>
                <a:spcPts val="800"/>
              </a:spcBef>
              <a:spcAft>
                <a:spcPts val="0"/>
              </a:spcAft>
              <a:buSzPts val="1400"/>
              <a:buNone/>
            </a:pPr>
            <a:r>
              <a:t/>
            </a:r>
            <a:endParaRPr b="0" i="0" sz="1800">
              <a:solidFill>
                <a:schemeClr val="dk1"/>
              </a:solidFill>
              <a:latin typeface="Raleway"/>
              <a:ea typeface="Raleway"/>
              <a:cs typeface="Raleway"/>
              <a:sym typeface="Raleway"/>
            </a:endParaRPr>
          </a:p>
          <a:p>
            <a:pPr indent="-254000" lvl="0" marL="254000" rtl="0" algn="just">
              <a:lnSpc>
                <a:spcPct val="90000"/>
              </a:lnSpc>
              <a:spcBef>
                <a:spcPts val="800"/>
              </a:spcBef>
              <a:spcAft>
                <a:spcPts val="0"/>
              </a:spcAft>
              <a:buSzPts val="1400"/>
              <a:buFont typeface="Arial"/>
              <a:buChar char="•"/>
            </a:pPr>
            <a:r>
              <a:rPr b="0" i="0" lang="en" sz="1800">
                <a:solidFill>
                  <a:schemeClr val="dk1"/>
                </a:solidFill>
                <a:latin typeface="Raleway"/>
                <a:ea typeface="Raleway"/>
                <a:cs typeface="Raleway"/>
                <a:sym typeface="Raleway"/>
              </a:rPr>
              <a:t>At the heart of our project is advanced technology, including Large Language Models and extensive legal databases. These tools empower our system to not only understand legal questions but also provide up-to-date and personalized legal guidance.</a:t>
            </a:r>
            <a:endParaRPr/>
          </a:p>
          <a:p>
            <a:pPr indent="-76200" lvl="0" marL="177800" rtl="0" algn="just">
              <a:lnSpc>
                <a:spcPct val="90000"/>
              </a:lnSpc>
              <a:spcBef>
                <a:spcPts val="800"/>
              </a:spcBef>
              <a:spcAft>
                <a:spcPts val="0"/>
              </a:spcAft>
              <a:buClr>
                <a:schemeClr val="dk1"/>
              </a:buClr>
              <a:buSzPts val="1500"/>
              <a:buFont typeface="Noto Sans Symbols"/>
              <a:buNone/>
            </a:pPr>
            <a:r>
              <a:t/>
            </a:r>
            <a:endParaRPr sz="1800">
              <a:latin typeface="Raleway"/>
              <a:ea typeface="Raleway"/>
              <a:cs typeface="Raleway"/>
              <a:sym typeface="Raleway"/>
            </a:endParaRPr>
          </a:p>
        </p:txBody>
      </p:sp>
      <p:sp>
        <p:nvSpPr>
          <p:cNvPr id="235" name="Google Shape;235;p3"/>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36" name="Google Shape;236;p3"/>
          <p:cNvSpPr txBox="1"/>
          <p:nvPr>
            <p:ph idx="10" type="dt"/>
          </p:nvPr>
        </p:nvSpPr>
        <p:spPr>
          <a:xfrm>
            <a:off x="8030289" y="4800678"/>
            <a:ext cx="421482" cy="2839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37" name="Google Shape;237;p3"/>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43" name="Google Shape;243;p4"/>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44" name="Google Shape;244;p4"/>
          <p:cNvSpPr txBox="1"/>
          <p:nvPr/>
        </p:nvSpPr>
        <p:spPr>
          <a:xfrm>
            <a:off x="2753862" y="342822"/>
            <a:ext cx="3115766" cy="514532"/>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entury Gothic"/>
              <a:buNone/>
            </a:pPr>
            <a:r>
              <a:rPr b="1" i="0" lang="en" sz="3000" u="none" cap="none" strike="noStrike">
                <a:solidFill>
                  <a:schemeClr val="dk1"/>
                </a:solidFill>
                <a:latin typeface="Raleway"/>
                <a:ea typeface="Raleway"/>
                <a:cs typeface="Raleway"/>
                <a:sym typeface="Raleway"/>
              </a:rPr>
              <a:t>Motivation</a:t>
            </a:r>
            <a:endParaRPr b="1" i="0" sz="3000" u="none" cap="none" strike="noStrike">
              <a:solidFill>
                <a:srgbClr val="000000"/>
              </a:solidFill>
              <a:latin typeface="Raleway"/>
              <a:ea typeface="Raleway"/>
              <a:cs typeface="Raleway"/>
              <a:sym typeface="Raleway"/>
            </a:endParaRPr>
          </a:p>
        </p:txBody>
      </p:sp>
      <p:sp>
        <p:nvSpPr>
          <p:cNvPr id="245" name="Google Shape;245;p4"/>
          <p:cNvSpPr txBox="1"/>
          <p:nvPr/>
        </p:nvSpPr>
        <p:spPr>
          <a:xfrm>
            <a:off x="438463" y="990857"/>
            <a:ext cx="8092154" cy="3003130"/>
          </a:xfrm>
          <a:prstGeom prst="rect">
            <a:avLst/>
          </a:prstGeom>
          <a:noFill/>
          <a:ln>
            <a:noFill/>
          </a:ln>
        </p:spPr>
        <p:txBody>
          <a:bodyPr anchorCtr="0" anchor="t" bIns="34275" lIns="68575" spcFirstLastPara="1" rIns="68575" wrap="square" tIns="34275">
            <a:spAutoFit/>
          </a:bodyPr>
          <a:lstStyle/>
          <a:p>
            <a:pPr indent="-254000" lvl="0" marL="254000" marR="0" rtl="0" algn="just">
              <a:lnSpc>
                <a:spcPct val="100000"/>
              </a:lnSpc>
              <a:spcBef>
                <a:spcPts val="0"/>
              </a:spcBef>
              <a:spcAft>
                <a:spcPts val="0"/>
              </a:spcAft>
              <a:buClr>
                <a:srgbClr val="000000"/>
              </a:buClr>
              <a:buSzPts val="1800"/>
              <a:buFont typeface="Arial"/>
              <a:buChar char="•"/>
            </a:pPr>
            <a:r>
              <a:rPr b="0" i="0" lang="en" sz="1800" u="none" cap="none" strike="noStrike">
                <a:solidFill>
                  <a:schemeClr val="dk1"/>
                </a:solidFill>
                <a:latin typeface="Raleway"/>
                <a:ea typeface="Raleway"/>
                <a:cs typeface="Raleway"/>
                <a:sym typeface="Raleway"/>
              </a:rPr>
              <a:t>As a civilian legal complexities can affect anyone, irrespective of their background or profession, we believe that access to legal advice should be a universal right. The “AI Legal Advisor" aims to level the playing field, making quality legal guidance available to all.</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aleway"/>
              <a:ea typeface="Raleway"/>
              <a:cs typeface="Raleway"/>
              <a:sym typeface="Raleway"/>
            </a:endParaRPr>
          </a:p>
          <a:p>
            <a:pPr indent="-254000" lvl="0" marL="254000" marR="0" rtl="0" algn="just">
              <a:lnSpc>
                <a:spcPct val="100000"/>
              </a:lnSpc>
              <a:spcBef>
                <a:spcPts val="0"/>
              </a:spcBef>
              <a:spcAft>
                <a:spcPts val="0"/>
              </a:spcAft>
              <a:buClr>
                <a:srgbClr val="000000"/>
              </a:buClr>
              <a:buSzPts val="1800"/>
              <a:buFont typeface="Arial"/>
              <a:buChar char="•"/>
            </a:pPr>
            <a:r>
              <a:rPr b="0" i="0" lang="en" sz="1800" u="none" cap="none" strike="noStrike">
                <a:solidFill>
                  <a:schemeClr val="dk1"/>
                </a:solidFill>
                <a:latin typeface="Raleway"/>
                <a:ea typeface="Raleway"/>
                <a:cs typeface="Raleway"/>
                <a:sym typeface="Raleway"/>
              </a:rPr>
              <a:t>We understand that legal knowledge is empowering. The project isn't just about providing answers; it's also about educating users. We aim to enhance legal literacy, making individuals better equipped to handle their legal matters.</a:t>
            </a:r>
            <a:endParaRPr b="0" i="0" sz="1100" u="none" cap="none" strike="noStrike">
              <a:solidFill>
                <a:srgbClr val="000000"/>
              </a:solidFill>
              <a:latin typeface="Arial"/>
              <a:ea typeface="Arial"/>
              <a:cs typeface="Arial"/>
              <a:sym typeface="Arial"/>
            </a:endParaRPr>
          </a:p>
          <a:p>
            <a:pPr indent="-165100" lvl="0" marL="342900" marR="0" rtl="0" algn="l">
              <a:lnSpc>
                <a:spcPct val="115000"/>
              </a:lnSpc>
              <a:spcBef>
                <a:spcPts val="1100"/>
              </a:spcBef>
              <a:spcAft>
                <a:spcPts val="0"/>
              </a:spcAft>
              <a:buClr>
                <a:schemeClr val="dk1"/>
              </a:buClr>
              <a:buSzPts val="1400"/>
              <a:buFont typeface="Roboto"/>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46" name="Google Shape;246;p4"/>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
          <p:cNvSpPr txBox="1"/>
          <p:nvPr>
            <p:ph type="title"/>
          </p:nvPr>
        </p:nvSpPr>
        <p:spPr>
          <a:xfrm>
            <a:off x="2683590" y="429362"/>
            <a:ext cx="3776819" cy="521725"/>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Century Gothic"/>
              <a:buNone/>
            </a:pPr>
            <a:r>
              <a:rPr b="1" lang="en" sz="3000">
                <a:latin typeface="Raleway"/>
                <a:ea typeface="Raleway"/>
                <a:cs typeface="Raleway"/>
                <a:sym typeface="Raleway"/>
              </a:rPr>
              <a:t>Problem Statement</a:t>
            </a:r>
            <a:endParaRPr b="1" sz="3000">
              <a:latin typeface="Raleway"/>
              <a:ea typeface="Raleway"/>
              <a:cs typeface="Raleway"/>
              <a:sym typeface="Raleway"/>
            </a:endParaRPr>
          </a:p>
        </p:txBody>
      </p:sp>
      <p:sp>
        <p:nvSpPr>
          <p:cNvPr id="252" name="Google Shape;252;p5"/>
          <p:cNvSpPr txBox="1"/>
          <p:nvPr>
            <p:ph idx="1" type="body"/>
          </p:nvPr>
        </p:nvSpPr>
        <p:spPr>
          <a:xfrm>
            <a:off x="363474" y="1357884"/>
            <a:ext cx="8250174" cy="3120390"/>
          </a:xfrm>
          <a:prstGeom prst="rect">
            <a:avLst/>
          </a:prstGeom>
          <a:noFill/>
          <a:ln>
            <a:noFill/>
          </a:ln>
        </p:spPr>
        <p:txBody>
          <a:bodyPr anchorCtr="0" anchor="t" bIns="34275" lIns="68575" spcFirstLastPara="1" rIns="68575" wrap="square" tIns="34275">
            <a:noAutofit/>
          </a:bodyPr>
          <a:lstStyle/>
          <a:p>
            <a:pPr indent="-76200" lvl="0" marL="177800" rtl="0" algn="just">
              <a:lnSpc>
                <a:spcPct val="90000"/>
              </a:lnSpc>
              <a:spcBef>
                <a:spcPts val="800"/>
              </a:spcBef>
              <a:spcAft>
                <a:spcPts val="0"/>
              </a:spcAft>
              <a:buClr>
                <a:schemeClr val="dk1"/>
              </a:buClr>
              <a:buSzPts val="1500"/>
              <a:buFont typeface="Noto Sans Symbols"/>
              <a:buNone/>
            </a:pPr>
            <a:r>
              <a:rPr b="0" i="0" lang="en" sz="1800">
                <a:solidFill>
                  <a:schemeClr val="dk1"/>
                </a:solidFill>
                <a:latin typeface="Raleway"/>
                <a:ea typeface="Raleway"/>
                <a:cs typeface="Raleway"/>
                <a:sym typeface="Raleway"/>
              </a:rPr>
              <a:t> Access to reliable legal advice is a fundamental right, yet it remains a privilege for many. In a world marked by escalating legal complexities, individuals often face daunting barriers when seeking legal guidance. The gap between the common citizen and legal professionals is both evident and concerning. As a result, there is an urgent need for an accessible, efficient, and user-friendly system that can bridge this gap and provide individuals with the legal knowledge and support they require.</a:t>
            </a:r>
            <a:endParaRPr sz="1800">
              <a:solidFill>
                <a:schemeClr val="dk1"/>
              </a:solidFill>
              <a:latin typeface="Raleway"/>
              <a:ea typeface="Raleway"/>
              <a:cs typeface="Raleway"/>
              <a:sym typeface="Raleway"/>
            </a:endParaRPr>
          </a:p>
        </p:txBody>
      </p:sp>
      <p:sp>
        <p:nvSpPr>
          <p:cNvPr id="253" name="Google Shape;253;p5"/>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54" name="Google Shape;254;p5"/>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55" name="Google Shape;255;p5"/>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61" name="Google Shape;261;p6"/>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62" name="Google Shape;262;p6"/>
          <p:cNvSpPr txBox="1"/>
          <p:nvPr/>
        </p:nvSpPr>
        <p:spPr>
          <a:xfrm>
            <a:off x="547088" y="988988"/>
            <a:ext cx="2351925" cy="401400"/>
          </a:xfrm>
          <a:prstGeom prst="rect">
            <a:avLst/>
          </a:prstGeom>
          <a:noFill/>
          <a:ln>
            <a:noFill/>
          </a:ln>
        </p:spPr>
        <p:txBody>
          <a:bodyPr anchorCtr="0" anchor="t" bIns="68575" lIns="68575" spcFirstLastPara="1" rIns="68575" wrap="square" tIns="68575">
            <a:normAutofit fontScale="92500" lnSpcReduction="10000"/>
          </a:bodyPr>
          <a:lstStyle/>
          <a:p>
            <a:pPr indent="0" lvl="0" marL="0" marR="0" rtl="0" algn="l">
              <a:lnSpc>
                <a:spcPct val="100000"/>
              </a:lnSpc>
              <a:spcBef>
                <a:spcPts val="0"/>
              </a:spcBef>
              <a:spcAft>
                <a:spcPts val="0"/>
              </a:spcAft>
              <a:buClr>
                <a:schemeClr val="dk1"/>
              </a:buClr>
              <a:buSzPct val="100000"/>
              <a:buFont typeface="Open Sans Light"/>
              <a:buNone/>
            </a:pPr>
            <a:r>
              <a:t/>
            </a:r>
            <a:endParaRPr b="1" i="0" sz="2000" u="none" cap="none" strike="noStrike">
              <a:solidFill>
                <a:srgbClr val="1A1A1A"/>
              </a:solidFill>
              <a:latin typeface="Raleway"/>
              <a:ea typeface="Raleway"/>
              <a:cs typeface="Raleway"/>
              <a:sym typeface="Raleway"/>
            </a:endParaRPr>
          </a:p>
        </p:txBody>
      </p:sp>
      <p:sp>
        <p:nvSpPr>
          <p:cNvPr id="263" name="Google Shape;263;p6"/>
          <p:cNvSpPr txBox="1"/>
          <p:nvPr>
            <p:ph type="title"/>
          </p:nvPr>
        </p:nvSpPr>
        <p:spPr>
          <a:xfrm>
            <a:off x="1302000" y="255507"/>
            <a:ext cx="6774900" cy="401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1A1A1A"/>
              </a:buClr>
              <a:buSzPts val="2000"/>
              <a:buFont typeface="Raleway"/>
              <a:buNone/>
            </a:pPr>
            <a:r>
              <a:rPr b="1" lang="en" sz="3000">
                <a:solidFill>
                  <a:srgbClr val="1A1A1A"/>
                </a:solidFill>
                <a:latin typeface="Raleway"/>
                <a:ea typeface="Raleway"/>
                <a:cs typeface="Raleway"/>
                <a:sym typeface="Raleway"/>
              </a:rPr>
              <a:t>Literature Review</a:t>
            </a:r>
            <a:endParaRPr b="1" sz="3000">
              <a:latin typeface="Raleway"/>
              <a:ea typeface="Raleway"/>
              <a:cs typeface="Raleway"/>
              <a:sym typeface="Raleway"/>
            </a:endParaRPr>
          </a:p>
        </p:txBody>
      </p:sp>
      <p:sp>
        <p:nvSpPr>
          <p:cNvPr id="264" name="Google Shape;264;p6"/>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graphicFrame>
        <p:nvGraphicFramePr>
          <p:cNvPr id="265" name="Google Shape;265;p6"/>
          <p:cNvGraphicFramePr/>
          <p:nvPr/>
        </p:nvGraphicFramePr>
        <p:xfrm>
          <a:off x="619599" y="816782"/>
          <a:ext cx="3000000" cy="3000000"/>
        </p:xfrm>
        <a:graphic>
          <a:graphicData uri="http://schemas.openxmlformats.org/drawingml/2006/table">
            <a:tbl>
              <a:tblPr bandRow="1" firstRow="1">
                <a:noFill/>
                <a:tableStyleId>{4C613DEC-89D8-49C4-8838-6C89B8A56773}</a:tableStyleId>
              </a:tblPr>
              <a:tblGrid>
                <a:gridCol w="2677900"/>
                <a:gridCol w="2677900"/>
                <a:gridCol w="2549025"/>
              </a:tblGrid>
              <a:tr h="482775">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Raleway"/>
                          <a:ea typeface="Raleway"/>
                          <a:cs typeface="Raleway"/>
                          <a:sym typeface="Raleway"/>
                        </a:rPr>
                        <a:t>Title</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Raleway"/>
                          <a:ea typeface="Raleway"/>
                          <a:cs typeface="Raleway"/>
                          <a:sym typeface="Raleway"/>
                        </a:rPr>
                        <a:t>Authors</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Raleway"/>
                          <a:ea typeface="Raleway"/>
                          <a:cs typeface="Raleway"/>
                          <a:sym typeface="Raleway"/>
                        </a:rPr>
                        <a:t>Year</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056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Pre-trained Language Models for the Legal Domain: A Case Study on Indian Law</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Shounak Paul</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Arpan Mandal</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Pawan Goyal</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Saptarshi Ghosh</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28 June 2023</a:t>
                      </a:r>
                      <a:endParaRPr sz="1300" u="none" cap="none" strike="noStrike">
                        <a:latin typeface="Raleway"/>
                        <a:ea typeface="Raleway"/>
                        <a:cs typeface="Raleway"/>
                        <a:sym typeface="Raleway"/>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05200">
                <a:tc>
                  <a:txBody>
                    <a:bodyPr/>
                    <a:lstStyle/>
                    <a:p>
                      <a:pPr indent="0" lvl="0" marL="0" marR="0" rtl="0" algn="l">
                        <a:lnSpc>
                          <a:spcPct val="100000"/>
                        </a:lnSpc>
                        <a:spcBef>
                          <a:spcPts val="0"/>
                        </a:spcBef>
                        <a:spcAft>
                          <a:spcPts val="0"/>
                        </a:spcAft>
                        <a:buClr>
                          <a:srgbClr val="000000"/>
                        </a:buClr>
                        <a:buSzPts val="1300"/>
                        <a:buFont typeface="Arial"/>
                        <a:buNone/>
                      </a:pPr>
                      <a:r>
                        <a:rPr b="0" lang="en" sz="1300" u="none" cap="none" strike="noStrike">
                          <a:latin typeface="Raleway"/>
                          <a:ea typeface="Raleway"/>
                          <a:cs typeface="Raleway"/>
                          <a:sym typeface="Raleway"/>
                        </a:rPr>
                        <a:t>ChatLaw: Open-Source Legal Large Language Model with Integrated External Knowledge Base</a:t>
                      </a:r>
                      <a:r>
                        <a:rPr lang="en" sz="1300" u="none" cap="none" strike="noStrike">
                          <a:latin typeface="Raleway"/>
                          <a:ea typeface="Raleway"/>
                          <a:cs typeface="Raleway"/>
                          <a:sym typeface="Raleway"/>
                        </a:rPr>
                        <a:t>s </a:t>
                      </a:r>
                      <a:endParaRPr b="0" sz="1300" u="none" cap="none" strike="noStrike">
                        <a:latin typeface="Raleway"/>
                        <a:ea typeface="Raleway"/>
                        <a:cs typeface="Raleway"/>
                        <a:sym typeface="Raleway"/>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Jiaxi Cui</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Zongjian L</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Yang Yan</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Bohua Chen</a:t>
                      </a:r>
                      <a:endParaRPr sz="11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Li Yuan</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15 May 2023</a:t>
                      </a:r>
                      <a:endParaRPr sz="1100" u="none" cap="none" strike="noStrike"/>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303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Retrieval-Augmented Generation for Knowledge-Intensive NLP Tasks</a:t>
                      </a:r>
                      <a:endParaRPr b="0" sz="1300" u="none" cap="none" strike="noStrike">
                        <a:latin typeface="Raleway"/>
                        <a:ea typeface="Raleway"/>
                        <a:cs typeface="Raleway"/>
                        <a:sym typeface="Raleway"/>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Patrick Lewis</a:t>
                      </a:r>
                      <a:endParaRPr sz="13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Ethan Perez</a:t>
                      </a:r>
                      <a:endParaRPr sz="13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Aleksandra Piktus</a:t>
                      </a:r>
                      <a:endParaRPr sz="13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Fabio Petroni†</a:t>
                      </a:r>
                      <a:endParaRPr sz="13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Vladimir Karpukhin</a:t>
                      </a:r>
                      <a:endParaRPr sz="1300" u="none" cap="none" strike="noStrike">
                        <a:latin typeface="Raleway"/>
                        <a:ea typeface="Raleway"/>
                        <a:cs typeface="Raleway"/>
                        <a:sym typeface="Raleway"/>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Raleway"/>
                          <a:ea typeface="Raleway"/>
                          <a:cs typeface="Raleway"/>
                          <a:sym typeface="Raleway"/>
                        </a:rPr>
                        <a:t>12 Apr 2021</a:t>
                      </a:r>
                      <a:endParaRPr b="0" i="0" sz="1300" u="none" cap="none" strike="noStrike">
                        <a:solidFill>
                          <a:srgbClr val="000000"/>
                        </a:solidFill>
                        <a:latin typeface="Raleway"/>
                        <a:ea typeface="Raleway"/>
                        <a:cs typeface="Raleway"/>
                        <a:sym typeface="Raleway"/>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graphicFrame>
        <p:nvGraphicFramePr>
          <p:cNvPr id="270" name="Google Shape;270;p7"/>
          <p:cNvGraphicFramePr/>
          <p:nvPr/>
        </p:nvGraphicFramePr>
        <p:xfrm>
          <a:off x="952490" y="982425"/>
          <a:ext cx="3000000" cy="3000000"/>
        </p:xfrm>
        <a:graphic>
          <a:graphicData uri="http://schemas.openxmlformats.org/drawingml/2006/table">
            <a:tbl>
              <a:tblPr>
                <a:noFill/>
                <a:tableStyleId>{94FBF032-526E-473C-B492-742502C03D92}</a:tableStyleId>
              </a:tblPr>
              <a:tblGrid>
                <a:gridCol w="2413000"/>
                <a:gridCol w="2413000"/>
                <a:gridCol w="2413000"/>
              </a:tblGrid>
              <a:tr h="2987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Title </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Authors </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Year </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252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Llama 2: Open Foundation and Fine-Tuned Chat Models</a:t>
                      </a:r>
                      <a:endParaRPr sz="1400" u="none" cap="none" strike="noStrike">
                        <a:latin typeface="Raleway"/>
                        <a:ea typeface="Raleway"/>
                        <a:cs typeface="Raleway"/>
                        <a:sym typeface="Raleway"/>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Hugo Touvron</a:t>
                      </a:r>
                      <a:endParaRPr sz="14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Louis Martin</a:t>
                      </a:r>
                      <a:endParaRPr sz="14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Kevin Stone</a:t>
                      </a:r>
                      <a:endParaRPr sz="14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Peter Albert</a:t>
                      </a:r>
                      <a:endParaRPr sz="1400" u="none" cap="none" strike="noStrike">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Raleway"/>
                          <a:ea typeface="Raleway"/>
                          <a:cs typeface="Raleway"/>
                          <a:sym typeface="Raleway"/>
                        </a:rPr>
                        <a:t>Amjad Almahairi</a:t>
                      </a:r>
                      <a:endParaRPr sz="1400" u="none" cap="none" strike="noStrike">
                        <a:latin typeface="Raleway"/>
                        <a:ea typeface="Raleway"/>
                        <a:cs typeface="Raleway"/>
                        <a:sym typeface="Raleway"/>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a:t>
                      </a:r>
                      <a:r>
                        <a:rPr lang="en" sz="1400" u="none" cap="none" strike="noStrike">
                          <a:latin typeface="Raleway"/>
                          <a:ea typeface="Raleway"/>
                          <a:cs typeface="Raleway"/>
                          <a:sym typeface="Raleway"/>
                        </a:rPr>
                        <a:t>19 July 2023</a:t>
                      </a:r>
                      <a:endParaRPr sz="1400" u="none" cap="none" strike="noStrike">
                        <a:latin typeface="Raleway"/>
                        <a:ea typeface="Raleway"/>
                        <a:cs typeface="Raleway"/>
                        <a:sym typeface="Raleway"/>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71" name="Google Shape;271;p7"/>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72" name="Google Shape;272;p7"/>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273" name="Google Shape;273;p7"/>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274" name="Google Shape;274;p7"/>
          <p:cNvSpPr txBox="1"/>
          <p:nvPr>
            <p:ph type="title"/>
          </p:nvPr>
        </p:nvSpPr>
        <p:spPr>
          <a:xfrm>
            <a:off x="1302000" y="255507"/>
            <a:ext cx="6774900" cy="401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1A1A1A"/>
              </a:buClr>
              <a:buSzPts val="2000"/>
              <a:buFont typeface="Raleway"/>
              <a:buNone/>
            </a:pPr>
            <a:r>
              <a:rPr b="1" lang="en" sz="3000">
                <a:solidFill>
                  <a:srgbClr val="1A1A1A"/>
                </a:solidFill>
                <a:latin typeface="Raleway"/>
                <a:ea typeface="Raleway"/>
                <a:cs typeface="Raleway"/>
                <a:sym typeface="Raleway"/>
              </a:rPr>
              <a:t>Cont.</a:t>
            </a:r>
            <a:endParaRPr b="1" sz="3000">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8"/>
          <p:cNvSpPr txBox="1"/>
          <p:nvPr>
            <p:ph type="title"/>
          </p:nvPr>
        </p:nvSpPr>
        <p:spPr>
          <a:xfrm>
            <a:off x="181800" y="284475"/>
            <a:ext cx="8780400" cy="10734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lang="en" sz="2500">
                <a:latin typeface="Raleway"/>
                <a:ea typeface="Raleway"/>
                <a:cs typeface="Raleway"/>
                <a:sym typeface="Raleway"/>
              </a:rPr>
              <a:t>Pre-trained Language Models for the Legal Domain: A Case Study on Indian Law</a:t>
            </a:r>
            <a:endParaRPr sz="2500">
              <a:latin typeface="Raleway"/>
              <a:ea typeface="Raleway"/>
              <a:cs typeface="Raleway"/>
              <a:sym typeface="Raleway"/>
            </a:endParaRPr>
          </a:p>
          <a:p>
            <a:pPr indent="0" lvl="0" marL="0" rtl="0" algn="ctr">
              <a:lnSpc>
                <a:spcPct val="100000"/>
              </a:lnSpc>
              <a:spcBef>
                <a:spcPts val="0"/>
              </a:spcBef>
              <a:spcAft>
                <a:spcPts val="0"/>
              </a:spcAft>
              <a:buSzPts val="1400"/>
              <a:buNone/>
            </a:pPr>
            <a:r>
              <a:t/>
            </a:r>
            <a:endParaRPr sz="2500">
              <a:latin typeface="Raleway"/>
              <a:ea typeface="Raleway"/>
              <a:cs typeface="Raleway"/>
              <a:sym typeface="Raleway"/>
            </a:endParaRPr>
          </a:p>
        </p:txBody>
      </p:sp>
      <p:sp>
        <p:nvSpPr>
          <p:cNvPr id="280" name="Google Shape;280;p8"/>
          <p:cNvSpPr txBox="1"/>
          <p:nvPr>
            <p:ph idx="1" type="body"/>
          </p:nvPr>
        </p:nvSpPr>
        <p:spPr>
          <a:xfrm>
            <a:off x="446850" y="1357875"/>
            <a:ext cx="8250300" cy="3160500"/>
          </a:xfrm>
          <a:prstGeom prst="rect">
            <a:avLst/>
          </a:prstGeom>
          <a:noFill/>
          <a:ln>
            <a:noFill/>
          </a:ln>
        </p:spPr>
        <p:txBody>
          <a:bodyPr anchorCtr="0" anchor="t" bIns="34275" lIns="68575" spcFirstLastPara="1" rIns="68575" wrap="square" tIns="34275">
            <a:noAutofit/>
          </a:bodyPr>
          <a:lstStyle/>
          <a:p>
            <a:pPr indent="-342900" lvl="0" marL="457200" rtl="0" algn="just">
              <a:lnSpc>
                <a:spcPct val="90000"/>
              </a:lnSpc>
              <a:spcBef>
                <a:spcPts val="800"/>
              </a:spcBef>
              <a:spcAft>
                <a:spcPts val="0"/>
              </a:spcAft>
              <a:buSzPts val="1800"/>
              <a:buFont typeface="Raleway Light"/>
              <a:buChar char="•"/>
            </a:pPr>
            <a:r>
              <a:rPr lang="en" sz="1800">
                <a:latin typeface="Raleway Light"/>
                <a:ea typeface="Raleway Light"/>
                <a:cs typeface="Raleway Light"/>
                <a:sym typeface="Raleway Light"/>
              </a:rPr>
              <a:t>Investigated Indian legal domain using NLP with Transformer-based PLMs</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latin typeface="Raleway Light"/>
                <a:ea typeface="Raleway Light"/>
                <a:cs typeface="Raleway Light"/>
                <a:sym typeface="Raleway Light"/>
              </a:rPr>
              <a:t>Retrained LegalBERT and CaseLawBERT, also trained a model from scratch.</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latin typeface="Raleway Light"/>
                <a:ea typeface="Raleway Light"/>
                <a:cs typeface="Raleway Light"/>
                <a:sym typeface="Raleway Light"/>
              </a:rPr>
              <a:t>Enhanced performance on Indian texts and maintained/improved on European and UK.</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latin typeface="Raleway Light"/>
                <a:ea typeface="Raleway Light"/>
                <a:cs typeface="Raleway Light"/>
                <a:sym typeface="Raleway Light"/>
              </a:rPr>
              <a:t>Applied to NLP tasks such as Legal Statute Identification, Semantic Segmentation of Court Judgments, and Court Appeal Judgment Prediction.</a:t>
            </a:r>
            <a:endParaRPr sz="1800">
              <a:latin typeface="Raleway Light"/>
              <a:ea typeface="Raleway Light"/>
              <a:cs typeface="Raleway Light"/>
              <a:sym typeface="Raleway Light"/>
            </a:endParaRPr>
          </a:p>
        </p:txBody>
      </p:sp>
      <p:sp>
        <p:nvSpPr>
          <p:cNvPr id="281" name="Google Shape;281;p8"/>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82" name="Google Shape;282;p8"/>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283" name="Google Shape;283;p8"/>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61e43df791_0_0"/>
          <p:cNvSpPr txBox="1"/>
          <p:nvPr>
            <p:ph idx="1" type="body"/>
          </p:nvPr>
        </p:nvSpPr>
        <p:spPr>
          <a:xfrm>
            <a:off x="446850" y="783449"/>
            <a:ext cx="8250300" cy="3576600"/>
          </a:xfrm>
          <a:prstGeom prst="rect">
            <a:avLst/>
          </a:prstGeom>
        </p:spPr>
        <p:txBody>
          <a:bodyPr anchorCtr="0" anchor="t" bIns="34275" lIns="68575" spcFirstLastPara="1" rIns="68575" wrap="square" tIns="34275">
            <a:noAutofit/>
          </a:bodyPr>
          <a:lstStyle/>
          <a:p>
            <a:pPr indent="-342900" lvl="0" marL="457200" rtl="0" algn="just">
              <a:spcBef>
                <a:spcPts val="800"/>
              </a:spcBef>
              <a:spcAft>
                <a:spcPts val="0"/>
              </a:spcAft>
              <a:buSzPts val="1800"/>
              <a:buFont typeface="Raleway"/>
              <a:buChar char="•"/>
            </a:pPr>
            <a:r>
              <a:rPr lang="en" sz="1800">
                <a:solidFill>
                  <a:srgbClr val="0F0F0F"/>
                </a:solidFill>
                <a:latin typeface="Raleway"/>
                <a:ea typeface="Raleway"/>
                <a:cs typeface="Raleway"/>
                <a:sym typeface="Raleway"/>
              </a:rPr>
              <a:t>Used masked language model (MLM) objective, where random words in the input are masked, and the model is trained to predict these masked words.</a:t>
            </a:r>
            <a:endParaRPr sz="1800">
              <a:solidFill>
                <a:srgbClr val="0F0F0F"/>
              </a:solidFill>
              <a:latin typeface="Raleway"/>
              <a:ea typeface="Raleway"/>
              <a:cs typeface="Raleway"/>
              <a:sym typeface="Raleway"/>
            </a:endParaRPr>
          </a:p>
          <a:p>
            <a:pPr indent="0" lvl="0" marL="457200" rtl="0" algn="just">
              <a:spcBef>
                <a:spcPts val="800"/>
              </a:spcBef>
              <a:spcAft>
                <a:spcPts val="0"/>
              </a:spcAft>
              <a:buNone/>
            </a:pPr>
            <a:r>
              <a:t/>
            </a:r>
            <a:endParaRPr sz="1800">
              <a:solidFill>
                <a:srgbClr val="0F0F0F"/>
              </a:solidFill>
              <a:latin typeface="Raleway"/>
              <a:ea typeface="Raleway"/>
              <a:cs typeface="Raleway"/>
              <a:sym typeface="Raleway"/>
            </a:endParaRPr>
          </a:p>
          <a:p>
            <a:pPr indent="-342900" lvl="0" marL="457200" rtl="0" algn="just">
              <a:spcBef>
                <a:spcPts val="80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Recognizing the uniqueness of Indian legal language, a custom vocabulary is created for Indian legal documents.</a:t>
            </a:r>
            <a:endParaRPr sz="1800">
              <a:solidFill>
                <a:srgbClr val="0F0F0F"/>
              </a:solidFill>
              <a:latin typeface="Raleway"/>
              <a:ea typeface="Raleway"/>
              <a:cs typeface="Raleway"/>
              <a:sym typeface="Raleway"/>
            </a:endParaRPr>
          </a:p>
          <a:p>
            <a:pPr indent="0" lvl="0" marL="457200" rtl="0" algn="just">
              <a:spcBef>
                <a:spcPts val="800"/>
              </a:spcBef>
              <a:spcAft>
                <a:spcPts val="0"/>
              </a:spcAft>
              <a:buNone/>
            </a:pPr>
            <a:r>
              <a:t/>
            </a:r>
            <a:endParaRPr sz="1800">
              <a:solidFill>
                <a:srgbClr val="0F0F0F"/>
              </a:solidFill>
              <a:latin typeface="Raleway"/>
              <a:ea typeface="Raleway"/>
              <a:cs typeface="Raleway"/>
              <a:sym typeface="Raleway"/>
            </a:endParaRPr>
          </a:p>
          <a:p>
            <a:pPr indent="-342900" lvl="0" marL="457200" rtl="0" algn="just">
              <a:spcBef>
                <a:spcPts val="80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The court cases in the dataset span primarily from 1950 to 2019.</a:t>
            </a:r>
            <a:endParaRPr sz="1800">
              <a:solidFill>
                <a:srgbClr val="0F0F0F"/>
              </a:solidFill>
              <a:latin typeface="Raleway"/>
              <a:ea typeface="Raleway"/>
              <a:cs typeface="Raleway"/>
              <a:sym typeface="Raleway"/>
            </a:endParaRPr>
          </a:p>
          <a:p>
            <a:pPr indent="0" lvl="0" marL="457200" rtl="0" algn="just">
              <a:spcBef>
                <a:spcPts val="800"/>
              </a:spcBef>
              <a:spcAft>
                <a:spcPts val="0"/>
              </a:spcAft>
              <a:buNone/>
            </a:pPr>
            <a:r>
              <a:t/>
            </a:r>
            <a:endParaRPr sz="1800">
              <a:solidFill>
                <a:srgbClr val="0F0F0F"/>
              </a:solidFill>
              <a:latin typeface="Raleway"/>
              <a:ea typeface="Raleway"/>
              <a:cs typeface="Raleway"/>
              <a:sym typeface="Raleway"/>
            </a:endParaRPr>
          </a:p>
          <a:p>
            <a:pPr indent="-342900" lvl="0" marL="457200" rtl="0" algn="just">
              <a:spcBef>
                <a:spcPts val="80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Model performance is evaluated using perplexity metric. It scores the model based on these probabilities.</a:t>
            </a:r>
            <a:endParaRPr sz="1800">
              <a:solidFill>
                <a:srgbClr val="0F0F0F"/>
              </a:solidFill>
              <a:latin typeface="Raleway"/>
              <a:ea typeface="Raleway"/>
              <a:cs typeface="Raleway"/>
              <a:sym typeface="Raleway"/>
            </a:endParaRPr>
          </a:p>
        </p:txBody>
      </p:sp>
      <p:sp>
        <p:nvSpPr>
          <p:cNvPr id="289" name="Google Shape;289;g261e43df791_0_0"/>
          <p:cNvSpPr txBox="1"/>
          <p:nvPr>
            <p:ph idx="12" type="sldNum"/>
          </p:nvPr>
        </p:nvSpPr>
        <p:spPr>
          <a:xfrm>
            <a:off x="628650" y="4800678"/>
            <a:ext cx="274200" cy="185100"/>
          </a:xfrm>
          <a:prstGeom prst="rect">
            <a:avLst/>
          </a:prstGeom>
        </p:spPr>
        <p:txBody>
          <a:bodyPr anchorCtr="0" anchor="ctr" bIns="34275" lIns="0" spcFirstLastPara="1" rIns="0" wrap="square" tIns="34275">
            <a:noAutofit/>
          </a:bodyPr>
          <a:lstStyle/>
          <a:p>
            <a:pPr indent="0" lvl="0" marL="0" rtl="0" algn="ctr">
              <a:spcBef>
                <a:spcPts val="0"/>
              </a:spcBef>
              <a:spcAft>
                <a:spcPts val="0"/>
              </a:spcAft>
              <a:buClr>
                <a:srgbClr val="000000"/>
              </a:buClr>
              <a:buSzPts val="800"/>
              <a:buFont typeface="Arial"/>
              <a:buNone/>
            </a:pPr>
            <a:fld id="{00000000-1234-1234-1234-123412341234}" type="slidenum">
              <a:rPr lang="en"/>
              <a:t>‹#›</a:t>
            </a:fld>
            <a:endParaRPr/>
          </a:p>
        </p:txBody>
      </p:sp>
      <p:sp>
        <p:nvSpPr>
          <p:cNvPr id="290" name="Google Shape;290;g261e43df791_0_0"/>
          <p:cNvSpPr txBox="1"/>
          <p:nvPr/>
        </p:nvSpPr>
        <p:spPr>
          <a:xfrm>
            <a:off x="2848200" y="104850"/>
            <a:ext cx="3447600" cy="5343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txBox="1"/>
          <p:nvPr>
            <p:ph type="title"/>
          </p:nvPr>
        </p:nvSpPr>
        <p:spPr>
          <a:xfrm>
            <a:off x="654075" y="384050"/>
            <a:ext cx="7844700" cy="9738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lang="en" sz="2500">
                <a:latin typeface="Raleway"/>
                <a:ea typeface="Raleway"/>
                <a:cs typeface="Raleway"/>
                <a:sym typeface="Raleway"/>
              </a:rPr>
              <a:t>ChatLaw: Open-Source Legal Large Language Model with Integrated External Knowledge Bases </a:t>
            </a:r>
            <a:endParaRPr sz="2500">
              <a:latin typeface="Raleway"/>
              <a:ea typeface="Raleway"/>
              <a:cs typeface="Raleway"/>
              <a:sym typeface="Raleway"/>
            </a:endParaRPr>
          </a:p>
          <a:p>
            <a:pPr indent="0" lvl="0" marL="0" rtl="0" algn="ctr">
              <a:lnSpc>
                <a:spcPct val="100000"/>
              </a:lnSpc>
              <a:spcBef>
                <a:spcPts val="0"/>
              </a:spcBef>
              <a:spcAft>
                <a:spcPts val="0"/>
              </a:spcAft>
              <a:buSzPts val="1400"/>
              <a:buNone/>
            </a:pPr>
            <a:r>
              <a:t/>
            </a:r>
            <a:endParaRPr sz="2500">
              <a:latin typeface="Raleway"/>
              <a:ea typeface="Raleway"/>
              <a:cs typeface="Raleway"/>
              <a:sym typeface="Raleway"/>
            </a:endParaRPr>
          </a:p>
        </p:txBody>
      </p:sp>
      <p:sp>
        <p:nvSpPr>
          <p:cNvPr id="296" name="Google Shape;296;p9"/>
          <p:cNvSpPr txBox="1"/>
          <p:nvPr>
            <p:ph idx="1" type="body"/>
          </p:nvPr>
        </p:nvSpPr>
        <p:spPr>
          <a:xfrm>
            <a:off x="446850" y="1467875"/>
            <a:ext cx="8250300" cy="3028800"/>
          </a:xfrm>
          <a:prstGeom prst="rect">
            <a:avLst/>
          </a:prstGeom>
          <a:noFill/>
          <a:ln>
            <a:noFill/>
          </a:ln>
        </p:spPr>
        <p:txBody>
          <a:bodyPr anchorCtr="0" anchor="t" bIns="34275" lIns="68575" spcFirstLastPara="1" rIns="68575" wrap="square" tIns="34275">
            <a:noAutofit/>
          </a:bodyPr>
          <a:lstStyle/>
          <a:p>
            <a:pPr indent="-342900" lvl="0" marL="457200" rtl="0" algn="just">
              <a:lnSpc>
                <a:spcPct val="90000"/>
              </a:lnSpc>
              <a:spcBef>
                <a:spcPts val="800"/>
              </a:spcBef>
              <a:spcAft>
                <a:spcPts val="0"/>
              </a:spcAft>
              <a:buClr>
                <a:srgbClr val="000000"/>
              </a:buClr>
              <a:buSzPts val="1800"/>
              <a:buFont typeface="Raleway Light"/>
              <a:buChar char="•"/>
            </a:pPr>
            <a:r>
              <a:rPr lang="en" sz="1800">
                <a:solidFill>
                  <a:srgbClr val="000000"/>
                </a:solidFill>
                <a:latin typeface="Raleway Light"/>
                <a:ea typeface="Raleway Light"/>
                <a:cs typeface="Raleway Light"/>
                <a:sym typeface="Raleway Light"/>
              </a:rPr>
              <a:t>ChatLaw: Open-source legal large language model.</a:t>
            </a:r>
            <a:endParaRPr sz="1800">
              <a:solidFill>
                <a:srgbClr val="000000"/>
              </a:solidFill>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solidFill>
                <a:srgbClr val="000000"/>
              </a:solidFill>
              <a:latin typeface="Raleway Light"/>
              <a:ea typeface="Raleway Light"/>
              <a:cs typeface="Raleway Light"/>
              <a:sym typeface="Raleway Light"/>
            </a:endParaRPr>
          </a:p>
          <a:p>
            <a:pPr indent="-342900" lvl="0" marL="457200" rtl="0" algn="just">
              <a:spcBef>
                <a:spcPts val="0"/>
              </a:spcBef>
              <a:spcAft>
                <a:spcPts val="0"/>
              </a:spcAft>
              <a:buClr>
                <a:srgbClr val="000000"/>
              </a:buClr>
              <a:buSzPts val="1800"/>
              <a:buFont typeface="Raleway Light"/>
              <a:buChar char="•"/>
            </a:pPr>
            <a:r>
              <a:rPr lang="en" sz="1800">
                <a:solidFill>
                  <a:srgbClr val="000000"/>
                </a:solidFill>
                <a:latin typeface="Raleway Light"/>
                <a:ea typeface="Raleway Light"/>
                <a:cs typeface="Raleway Light"/>
                <a:sym typeface="Raleway Light"/>
              </a:rPr>
              <a:t>Combining vector database retrieval with keyword retrieval to mitigate model hallucinations during legal data screening.</a:t>
            </a:r>
            <a:endParaRPr sz="1800">
              <a:solidFill>
                <a:srgbClr val="000000"/>
              </a:solidFill>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solidFill>
                <a:srgbClr val="000000"/>
              </a:solidFill>
              <a:latin typeface="Raleway Light"/>
              <a:ea typeface="Raleway Light"/>
              <a:cs typeface="Raleway Light"/>
              <a:sym typeface="Raleway Light"/>
            </a:endParaRPr>
          </a:p>
          <a:p>
            <a:pPr indent="-342900" lvl="0" marL="457200" rtl="0" algn="just">
              <a:lnSpc>
                <a:spcPct val="90000"/>
              </a:lnSpc>
              <a:spcBef>
                <a:spcPts val="0"/>
              </a:spcBef>
              <a:spcAft>
                <a:spcPts val="0"/>
              </a:spcAft>
              <a:buClr>
                <a:srgbClr val="000000"/>
              </a:buClr>
              <a:buSzPts val="1800"/>
              <a:buFont typeface="Raleway Light"/>
              <a:buChar char="•"/>
            </a:pPr>
            <a:r>
              <a:rPr lang="en" sz="1800">
                <a:solidFill>
                  <a:srgbClr val="000000"/>
                </a:solidFill>
                <a:latin typeface="Raleway"/>
                <a:ea typeface="Raleway"/>
                <a:cs typeface="Raleway"/>
                <a:sym typeface="Raleway"/>
              </a:rPr>
              <a:t>Utilized the ChatGPT API for assisted construction to generate supplementary data based on the existing dataset.</a:t>
            </a:r>
            <a:endParaRPr sz="1800">
              <a:solidFill>
                <a:srgbClr val="000000"/>
              </a:solidFill>
              <a:latin typeface="Raleway"/>
              <a:ea typeface="Raleway"/>
              <a:cs typeface="Raleway"/>
              <a:sym typeface="Raleway"/>
            </a:endParaRPr>
          </a:p>
          <a:p>
            <a:pPr indent="0" lvl="0" marL="457200" rtl="0" algn="just">
              <a:lnSpc>
                <a:spcPct val="90000"/>
              </a:lnSpc>
              <a:spcBef>
                <a:spcPts val="0"/>
              </a:spcBef>
              <a:spcAft>
                <a:spcPts val="0"/>
              </a:spcAft>
              <a:buNone/>
            </a:pPr>
            <a:r>
              <a:t/>
            </a:r>
            <a:endParaRPr sz="1800">
              <a:solidFill>
                <a:srgbClr val="000000"/>
              </a:solidFill>
              <a:latin typeface="Raleway"/>
              <a:ea typeface="Raleway"/>
              <a:cs typeface="Raleway"/>
              <a:sym typeface="Raleway"/>
            </a:endParaRPr>
          </a:p>
          <a:p>
            <a:pPr indent="-342900" lvl="0" marL="457200" rtl="0" algn="just">
              <a:spcBef>
                <a:spcPts val="800"/>
              </a:spcBef>
              <a:spcAft>
                <a:spcPts val="0"/>
              </a:spcAft>
              <a:buClr>
                <a:srgbClr val="000000"/>
              </a:buClr>
              <a:buSzPts val="1800"/>
              <a:buFont typeface="Raleway"/>
              <a:buChar char="•"/>
            </a:pPr>
            <a:r>
              <a:rPr lang="en" sz="1800">
                <a:solidFill>
                  <a:srgbClr val="000000"/>
                </a:solidFill>
                <a:latin typeface="Raleway"/>
                <a:ea typeface="Raleway"/>
                <a:cs typeface="Raleway"/>
                <a:sym typeface="Raleway"/>
              </a:rPr>
              <a:t>Trained a model based on BERT to measure the similarity between users' language and a dataset of 930,000 relevant legal case texts.</a:t>
            </a:r>
            <a:endParaRPr sz="1800">
              <a:solidFill>
                <a:srgbClr val="000000"/>
              </a:solidFill>
              <a:latin typeface="Raleway"/>
              <a:ea typeface="Raleway"/>
              <a:cs typeface="Raleway"/>
              <a:sym typeface="Raleway"/>
            </a:endParaRPr>
          </a:p>
          <a:p>
            <a:pPr indent="0" lvl="0" marL="457200" rtl="0" algn="just">
              <a:lnSpc>
                <a:spcPct val="90000"/>
              </a:lnSpc>
              <a:spcBef>
                <a:spcPts val="0"/>
              </a:spcBef>
              <a:spcAft>
                <a:spcPts val="0"/>
              </a:spcAft>
              <a:buNone/>
            </a:pPr>
            <a:r>
              <a:t/>
            </a:r>
            <a:endParaRPr sz="1800">
              <a:solidFill>
                <a:srgbClr val="000000"/>
              </a:solidFill>
              <a:latin typeface="Raleway"/>
              <a:ea typeface="Raleway"/>
              <a:cs typeface="Raleway"/>
              <a:sym typeface="Raleway"/>
            </a:endParaRPr>
          </a:p>
          <a:p>
            <a:pPr indent="0" lvl="0" marL="0" rtl="0" algn="just">
              <a:lnSpc>
                <a:spcPct val="90000"/>
              </a:lnSpc>
              <a:spcBef>
                <a:spcPts val="0"/>
              </a:spcBef>
              <a:spcAft>
                <a:spcPts val="0"/>
              </a:spcAft>
              <a:buNone/>
            </a:pPr>
            <a:r>
              <a:t/>
            </a:r>
            <a:endParaRPr sz="1800">
              <a:solidFill>
                <a:srgbClr val="000000"/>
              </a:solidFill>
              <a:latin typeface="Raleway Light"/>
              <a:ea typeface="Raleway Light"/>
              <a:cs typeface="Raleway Light"/>
              <a:sym typeface="Raleway Light"/>
            </a:endParaRPr>
          </a:p>
        </p:txBody>
      </p:sp>
      <p:sp>
        <p:nvSpPr>
          <p:cNvPr id="297" name="Google Shape;297;p9"/>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298" name="Google Shape;298;p9"/>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299" name="Google Shape;299;p9"/>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61e43df791_0_11"/>
          <p:cNvSpPr txBox="1"/>
          <p:nvPr>
            <p:ph idx="1" type="body"/>
          </p:nvPr>
        </p:nvSpPr>
        <p:spPr>
          <a:xfrm>
            <a:off x="446850" y="897425"/>
            <a:ext cx="8250300" cy="3240000"/>
          </a:xfrm>
          <a:prstGeom prst="rect">
            <a:avLst/>
          </a:prstGeom>
        </p:spPr>
        <p:txBody>
          <a:bodyPr anchorCtr="0" anchor="t" bIns="34275" lIns="68575" spcFirstLastPara="1" rIns="68575" wrap="square" tIns="34275">
            <a:noAutofit/>
          </a:bodyPr>
          <a:lstStyle/>
          <a:p>
            <a:pPr indent="-342900" lvl="0" marL="457200" rtl="0" algn="just">
              <a:spcBef>
                <a:spcPts val="80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Developed a set of multiple-choice questions specifically designed for the bar exam.</a:t>
            </a:r>
            <a:endParaRPr sz="1800">
              <a:solidFill>
                <a:srgbClr val="0F0F0F"/>
              </a:solidFill>
              <a:latin typeface="Raleway"/>
              <a:ea typeface="Raleway"/>
              <a:cs typeface="Raleway"/>
              <a:sym typeface="Raleway"/>
            </a:endParaRPr>
          </a:p>
          <a:p>
            <a:pPr indent="0" lvl="0" marL="457200" rtl="0" algn="just">
              <a:spcBef>
                <a:spcPts val="800"/>
              </a:spcBef>
              <a:spcAft>
                <a:spcPts val="0"/>
              </a:spcAft>
              <a:buNone/>
            </a:pPr>
            <a:r>
              <a:t/>
            </a:r>
            <a:endParaRPr sz="1800">
              <a:solidFill>
                <a:srgbClr val="0F0F0F"/>
              </a:solidFill>
              <a:latin typeface="Raleway"/>
              <a:ea typeface="Raleway"/>
              <a:cs typeface="Raleway"/>
              <a:sym typeface="Raleway"/>
            </a:endParaRPr>
          </a:p>
          <a:p>
            <a:pPr indent="-342900" lvl="0" marL="457200" rtl="0" algn="just">
              <a:spcBef>
                <a:spcPts val="80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Trained different models for various scenarios, including multiple-choice questions, keyword extraction, and question-answering.</a:t>
            </a:r>
            <a:endParaRPr sz="1800">
              <a:solidFill>
                <a:srgbClr val="0F0F0F"/>
              </a:solidFill>
              <a:latin typeface="Raleway"/>
              <a:ea typeface="Raleway"/>
              <a:cs typeface="Raleway"/>
              <a:sym typeface="Raleway"/>
            </a:endParaRPr>
          </a:p>
          <a:p>
            <a:pPr indent="0" lvl="0" marL="457200" rtl="0" algn="just">
              <a:spcBef>
                <a:spcPts val="0"/>
              </a:spcBef>
              <a:spcAft>
                <a:spcPts val="0"/>
              </a:spcAft>
              <a:buNone/>
            </a:pPr>
            <a:r>
              <a:t/>
            </a:r>
            <a:endParaRPr sz="1800">
              <a:latin typeface="Raleway Light"/>
              <a:ea typeface="Raleway Light"/>
              <a:cs typeface="Raleway Light"/>
              <a:sym typeface="Raleway Light"/>
            </a:endParaRPr>
          </a:p>
          <a:p>
            <a:pPr indent="-342900" lvl="0" marL="457200" rtl="0" algn="just">
              <a:spcBef>
                <a:spcPts val="0"/>
              </a:spcBef>
              <a:spcAft>
                <a:spcPts val="0"/>
              </a:spcAft>
              <a:buClr>
                <a:srgbClr val="000000"/>
              </a:buClr>
              <a:buSzPts val="1800"/>
              <a:buFont typeface="Raleway"/>
              <a:buChar char="•"/>
            </a:pPr>
            <a:r>
              <a:rPr lang="en" sz="1800">
                <a:solidFill>
                  <a:srgbClr val="000000"/>
                </a:solidFill>
                <a:latin typeface="Raleway Light"/>
                <a:ea typeface="Raleway Light"/>
                <a:cs typeface="Raleway Light"/>
                <a:sym typeface="Raleway Light"/>
              </a:rPr>
              <a:t>Addressing errors in reference data and improving problem-solving capabilities.</a:t>
            </a:r>
            <a:endParaRPr sz="1800">
              <a:solidFill>
                <a:srgbClr val="000000"/>
              </a:solidFill>
              <a:latin typeface="Raleway Light"/>
              <a:ea typeface="Raleway Light"/>
              <a:cs typeface="Raleway Light"/>
              <a:sym typeface="Raleway Light"/>
            </a:endParaRPr>
          </a:p>
          <a:p>
            <a:pPr indent="0" lvl="0" marL="457200" rtl="0" algn="just">
              <a:spcBef>
                <a:spcPts val="0"/>
              </a:spcBef>
              <a:spcAft>
                <a:spcPts val="0"/>
              </a:spcAft>
              <a:buNone/>
            </a:pPr>
            <a:r>
              <a:t/>
            </a:r>
            <a:endParaRPr sz="1800">
              <a:latin typeface="Raleway Light"/>
              <a:ea typeface="Raleway Light"/>
              <a:cs typeface="Raleway Light"/>
              <a:sym typeface="Raleway Light"/>
            </a:endParaRPr>
          </a:p>
          <a:p>
            <a:pPr indent="-342900" lvl="0" marL="457200" rtl="0" algn="just">
              <a:spcBef>
                <a:spcPts val="0"/>
              </a:spcBef>
              <a:spcAft>
                <a:spcPts val="0"/>
              </a:spcAft>
              <a:buSzPts val="1800"/>
              <a:buFont typeface="Raleway Light"/>
              <a:buChar char="•"/>
            </a:pPr>
            <a:r>
              <a:rPr lang="en" sz="1800">
                <a:solidFill>
                  <a:srgbClr val="0F0F0F"/>
                </a:solidFill>
                <a:latin typeface="Raleway"/>
                <a:ea typeface="Raleway"/>
                <a:cs typeface="Raleway"/>
                <a:sym typeface="Raleway"/>
              </a:rPr>
              <a:t>The noted suboptimal results when user questions are vague is a significant drawback. </a:t>
            </a:r>
            <a:endParaRPr sz="1800">
              <a:latin typeface="Raleway Light"/>
              <a:ea typeface="Raleway Light"/>
              <a:cs typeface="Raleway Light"/>
              <a:sym typeface="Raleway Light"/>
            </a:endParaRPr>
          </a:p>
          <a:p>
            <a:pPr indent="0" lvl="0" marL="0" rtl="0" algn="just">
              <a:spcBef>
                <a:spcPts val="800"/>
              </a:spcBef>
              <a:spcAft>
                <a:spcPts val="0"/>
              </a:spcAft>
              <a:buNone/>
            </a:pPr>
            <a:r>
              <a:t/>
            </a:r>
            <a:endParaRPr sz="1800">
              <a:solidFill>
                <a:srgbClr val="0F0F0F"/>
              </a:solidFill>
              <a:latin typeface="Raleway"/>
              <a:ea typeface="Raleway"/>
              <a:cs typeface="Raleway"/>
              <a:sym typeface="Raleway"/>
            </a:endParaRPr>
          </a:p>
        </p:txBody>
      </p:sp>
      <p:sp>
        <p:nvSpPr>
          <p:cNvPr id="305" name="Google Shape;305;g261e43df791_0_11"/>
          <p:cNvSpPr txBox="1"/>
          <p:nvPr>
            <p:ph idx="12" type="sldNum"/>
          </p:nvPr>
        </p:nvSpPr>
        <p:spPr>
          <a:xfrm>
            <a:off x="628650" y="4800678"/>
            <a:ext cx="274200" cy="185100"/>
          </a:xfrm>
          <a:prstGeom prst="rect">
            <a:avLst/>
          </a:prstGeom>
        </p:spPr>
        <p:txBody>
          <a:bodyPr anchorCtr="0" anchor="ctr" bIns="34275" lIns="0" spcFirstLastPara="1" rIns="0" wrap="square" tIns="34275">
            <a:noAutofit/>
          </a:bodyPr>
          <a:lstStyle/>
          <a:p>
            <a:pPr indent="0" lvl="0" marL="0" rtl="0" algn="ctr">
              <a:spcBef>
                <a:spcPts val="0"/>
              </a:spcBef>
              <a:spcAft>
                <a:spcPts val="0"/>
              </a:spcAft>
              <a:buClr>
                <a:srgbClr val="000000"/>
              </a:buClr>
              <a:buSzPts val="800"/>
              <a:buFont typeface="Arial"/>
              <a:buNone/>
            </a:pPr>
            <a:fld id="{00000000-1234-1234-1234-123412341234}" type="slidenum">
              <a:rPr lang="en"/>
              <a:t>‹#›</a:t>
            </a:fld>
            <a:endParaRPr/>
          </a:p>
        </p:txBody>
      </p:sp>
      <p:sp>
        <p:nvSpPr>
          <p:cNvPr id="306" name="Google Shape;306;g261e43df791_0_11"/>
          <p:cNvSpPr txBox="1"/>
          <p:nvPr/>
        </p:nvSpPr>
        <p:spPr>
          <a:xfrm>
            <a:off x="2848200" y="111250"/>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0"/>
          <p:cNvSpPr txBox="1"/>
          <p:nvPr>
            <p:ph type="title"/>
          </p:nvPr>
        </p:nvSpPr>
        <p:spPr>
          <a:xfrm>
            <a:off x="574650" y="289675"/>
            <a:ext cx="8250300" cy="7437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lang="en" sz="2500">
                <a:latin typeface="Raleway"/>
                <a:ea typeface="Raleway"/>
                <a:cs typeface="Raleway"/>
                <a:sym typeface="Raleway"/>
              </a:rPr>
              <a:t>Retrieval-Augmented Generation for Knowledge-Intensive NLP Tasks</a:t>
            </a:r>
            <a:endParaRPr sz="2500">
              <a:latin typeface="Raleway"/>
              <a:ea typeface="Raleway"/>
              <a:cs typeface="Raleway"/>
              <a:sym typeface="Raleway"/>
            </a:endParaRPr>
          </a:p>
        </p:txBody>
      </p:sp>
      <p:sp>
        <p:nvSpPr>
          <p:cNvPr id="312" name="Google Shape;312;p10"/>
          <p:cNvSpPr txBox="1"/>
          <p:nvPr>
            <p:ph idx="1" type="body"/>
          </p:nvPr>
        </p:nvSpPr>
        <p:spPr>
          <a:xfrm>
            <a:off x="446850" y="1360650"/>
            <a:ext cx="8505900" cy="3383100"/>
          </a:xfrm>
          <a:prstGeom prst="rect">
            <a:avLst/>
          </a:prstGeom>
          <a:noFill/>
          <a:ln>
            <a:noFill/>
          </a:ln>
        </p:spPr>
        <p:txBody>
          <a:bodyPr anchorCtr="0" anchor="t" bIns="34275" lIns="68575" spcFirstLastPara="1" rIns="68575" wrap="square" tIns="34275">
            <a:noAutofit/>
          </a:bodyPr>
          <a:lstStyle/>
          <a:p>
            <a:pPr indent="-342900" lvl="0" marL="457200" rtl="0" algn="just">
              <a:lnSpc>
                <a:spcPct val="90000"/>
              </a:lnSpc>
              <a:spcBef>
                <a:spcPts val="800"/>
              </a:spcBef>
              <a:spcAft>
                <a:spcPts val="0"/>
              </a:spcAft>
              <a:buSzPts val="1800"/>
              <a:buFont typeface="Raleway Light"/>
              <a:buChar char="•"/>
            </a:pPr>
            <a:r>
              <a:rPr lang="en" sz="1800">
                <a:latin typeface="Raleway Light"/>
                <a:ea typeface="Raleway Light"/>
                <a:cs typeface="Raleway Light"/>
                <a:sym typeface="Raleway Light"/>
              </a:rPr>
              <a:t>Pre-trained models struggle with precise knowledge handling, lacking provenance and updates.</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solidFill>
                  <a:srgbClr val="0F0F0F"/>
                </a:solidFill>
                <a:latin typeface="Raleway"/>
                <a:ea typeface="Raleway"/>
                <a:cs typeface="Raleway"/>
                <a:sym typeface="Raleway"/>
              </a:rPr>
              <a:t>RAG approach endows pre-trained, parametric-memory generation models with a non-parametric memory.</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solidFill>
                  <a:srgbClr val="0F0F0F"/>
                </a:solidFill>
                <a:latin typeface="Raleway"/>
                <a:ea typeface="Raleway"/>
                <a:cs typeface="Raleway"/>
                <a:sym typeface="Raleway"/>
              </a:rPr>
              <a:t>Parametric memory refers to the memory component in a neural network that is learned and stored in the model parameters during training.</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Light"/>
              <a:buChar char="•"/>
            </a:pPr>
            <a:r>
              <a:rPr lang="en" sz="1800">
                <a:solidFill>
                  <a:srgbClr val="0F0F0F"/>
                </a:solidFill>
                <a:latin typeface="Raleway"/>
                <a:ea typeface="Raleway"/>
                <a:cs typeface="Raleway"/>
                <a:sym typeface="Raleway"/>
              </a:rPr>
              <a:t>The generator component based on a pre-trained seq2seq transformer like BART serves as the parametric memory.</a:t>
            </a:r>
            <a:endParaRPr sz="1800">
              <a:latin typeface="Raleway Light"/>
              <a:ea typeface="Raleway Light"/>
              <a:cs typeface="Raleway Light"/>
              <a:sym typeface="Raleway Light"/>
            </a:endParaRPr>
          </a:p>
        </p:txBody>
      </p:sp>
      <p:sp>
        <p:nvSpPr>
          <p:cNvPr id="313" name="Google Shape;313;p10"/>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14" name="Google Shape;314;p10"/>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15" name="Google Shape;315;p10"/>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261e43df791_0_22"/>
          <p:cNvSpPr txBox="1"/>
          <p:nvPr>
            <p:ph idx="1" type="body"/>
          </p:nvPr>
        </p:nvSpPr>
        <p:spPr>
          <a:xfrm>
            <a:off x="372825" y="1087050"/>
            <a:ext cx="8488200" cy="2969400"/>
          </a:xfrm>
          <a:prstGeom prst="rect">
            <a:avLst/>
          </a:prstGeom>
        </p:spPr>
        <p:txBody>
          <a:bodyPr anchorCtr="0" anchor="t" bIns="34275" lIns="68575" spcFirstLastPara="1" rIns="68575" wrap="square" tIns="34275">
            <a:noAutofit/>
          </a:bodyPr>
          <a:lstStyle/>
          <a:p>
            <a:pPr indent="-342900" lvl="0" marL="457200" rtl="0" algn="just">
              <a:spcBef>
                <a:spcPts val="800"/>
              </a:spcBef>
              <a:spcAft>
                <a:spcPts val="0"/>
              </a:spcAft>
              <a:buSzPts val="1800"/>
              <a:buFont typeface="Raleway"/>
              <a:buChar char="•"/>
            </a:pPr>
            <a:r>
              <a:rPr lang="en" sz="1800">
                <a:solidFill>
                  <a:srgbClr val="0F0F0F"/>
                </a:solidFill>
                <a:latin typeface="Raleway"/>
                <a:ea typeface="Raleway"/>
                <a:cs typeface="Raleway"/>
                <a:sym typeface="Raleway"/>
              </a:rPr>
              <a:t>Non-parametric memory involves an external memory source that is not part of the neural network parameters. It remains fixed or is updated separately from the model training process.</a:t>
            </a:r>
            <a:endParaRPr sz="1800">
              <a:solidFill>
                <a:srgbClr val="0F0F0F"/>
              </a:solidFill>
              <a:latin typeface="Raleway"/>
              <a:ea typeface="Raleway"/>
              <a:cs typeface="Raleway"/>
              <a:sym typeface="Raleway"/>
            </a:endParaRPr>
          </a:p>
          <a:p>
            <a:pPr indent="-342900" lvl="0" marL="457200" rtl="0" algn="just">
              <a:spcBef>
                <a:spcPts val="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The retriever component, such as DPR, provides the non-parametric memory in the form of a dense vector index of external knowledge sources, such as Wikipedia.</a:t>
            </a:r>
            <a:endParaRPr sz="1800">
              <a:solidFill>
                <a:srgbClr val="0F0F0F"/>
              </a:solidFill>
              <a:latin typeface="Raleway"/>
              <a:ea typeface="Raleway"/>
              <a:cs typeface="Raleway"/>
              <a:sym typeface="Raleway"/>
            </a:endParaRPr>
          </a:p>
          <a:p>
            <a:pPr indent="-342900" lvl="0" marL="457200" rtl="0" algn="just">
              <a:spcBef>
                <a:spcPts val="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RAG-Sequence uses the same document throughout the generation process, simplifying the decoding procedure but potentially limiting diversity.</a:t>
            </a:r>
            <a:endParaRPr sz="1800">
              <a:solidFill>
                <a:srgbClr val="0F0F0F"/>
              </a:solidFill>
              <a:latin typeface="Raleway"/>
              <a:ea typeface="Raleway"/>
              <a:cs typeface="Raleway"/>
              <a:sym typeface="Raleway"/>
            </a:endParaRPr>
          </a:p>
          <a:p>
            <a:pPr indent="-342900" lvl="0" marL="457200" rtl="0" algn="just">
              <a:spcBef>
                <a:spcPts val="0"/>
              </a:spcBef>
              <a:spcAft>
                <a:spcPts val="0"/>
              </a:spcAft>
              <a:buClr>
                <a:srgbClr val="0F0F0F"/>
              </a:buClr>
              <a:buSzPts val="1800"/>
              <a:buFont typeface="Raleway"/>
              <a:buChar char="•"/>
            </a:pPr>
            <a:r>
              <a:rPr lang="en" sz="1800">
                <a:solidFill>
                  <a:srgbClr val="0F0F0F"/>
                </a:solidFill>
                <a:latin typeface="Raleway"/>
                <a:ea typeface="Raleway"/>
                <a:cs typeface="Raleway"/>
                <a:sym typeface="Raleway"/>
              </a:rPr>
              <a:t>RAG-Token allows different latent documents for each target token, promoting diversity but requiring more complex decoding.</a:t>
            </a:r>
            <a:endParaRPr sz="1800">
              <a:solidFill>
                <a:srgbClr val="0F0F0F"/>
              </a:solidFill>
              <a:latin typeface="Raleway"/>
              <a:ea typeface="Raleway"/>
              <a:cs typeface="Raleway"/>
              <a:sym typeface="Raleway"/>
            </a:endParaRPr>
          </a:p>
        </p:txBody>
      </p:sp>
      <p:sp>
        <p:nvSpPr>
          <p:cNvPr id="321" name="Google Shape;321;g261e43df791_0_22"/>
          <p:cNvSpPr txBox="1"/>
          <p:nvPr>
            <p:ph idx="12" type="sldNum"/>
          </p:nvPr>
        </p:nvSpPr>
        <p:spPr>
          <a:xfrm>
            <a:off x="628650" y="4800678"/>
            <a:ext cx="274200" cy="185100"/>
          </a:xfrm>
          <a:prstGeom prst="rect">
            <a:avLst/>
          </a:prstGeom>
        </p:spPr>
        <p:txBody>
          <a:bodyPr anchorCtr="0" anchor="ctr" bIns="34275" lIns="0" spcFirstLastPara="1" rIns="0" wrap="square" tIns="34275">
            <a:noAutofit/>
          </a:bodyPr>
          <a:lstStyle/>
          <a:p>
            <a:pPr indent="0" lvl="0" marL="0" rtl="0" algn="ctr">
              <a:spcBef>
                <a:spcPts val="0"/>
              </a:spcBef>
              <a:spcAft>
                <a:spcPts val="0"/>
              </a:spcAft>
              <a:buClr>
                <a:srgbClr val="000000"/>
              </a:buClr>
              <a:buSzPts val="800"/>
              <a:buFont typeface="Arial"/>
              <a:buNone/>
            </a:pPr>
            <a:fld id="{00000000-1234-1234-1234-123412341234}" type="slidenum">
              <a:rPr lang="en"/>
              <a:t>‹#›</a:t>
            </a:fld>
            <a:endParaRPr/>
          </a:p>
        </p:txBody>
      </p:sp>
      <p:sp>
        <p:nvSpPr>
          <p:cNvPr id="322" name="Google Shape;322;g261e43df791_0_22"/>
          <p:cNvSpPr txBox="1"/>
          <p:nvPr/>
        </p:nvSpPr>
        <p:spPr>
          <a:xfrm>
            <a:off x="2848200" y="116050"/>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1"/>
          <p:cNvSpPr txBox="1"/>
          <p:nvPr>
            <p:ph type="title"/>
          </p:nvPr>
        </p:nvSpPr>
        <p:spPr>
          <a:xfrm>
            <a:off x="1337850" y="261125"/>
            <a:ext cx="6468300" cy="778800"/>
          </a:xfrm>
          <a:prstGeom prst="rect">
            <a:avLst/>
          </a:prstGeom>
          <a:noFill/>
          <a:ln>
            <a:noFill/>
          </a:ln>
        </p:spPr>
        <p:txBody>
          <a:bodyPr anchorCtr="0" anchor="t" bIns="34275" lIns="68575" spcFirstLastPara="1" rIns="68575" wrap="square" tIns="34275">
            <a:noAutofit/>
          </a:bodyPr>
          <a:lstStyle/>
          <a:p>
            <a:pPr indent="0" lvl="0" marL="0" rtl="0" algn="ctr">
              <a:lnSpc>
                <a:spcPct val="115000"/>
              </a:lnSpc>
              <a:spcBef>
                <a:spcPts val="0"/>
              </a:spcBef>
              <a:spcAft>
                <a:spcPts val="0"/>
              </a:spcAft>
              <a:buClr>
                <a:schemeClr val="dk1"/>
              </a:buClr>
              <a:buSzPts val="1100"/>
              <a:buFont typeface="Arial"/>
              <a:buNone/>
            </a:pPr>
            <a:r>
              <a:rPr lang="en" sz="2500">
                <a:latin typeface="Raleway"/>
                <a:ea typeface="Raleway"/>
                <a:cs typeface="Raleway"/>
                <a:sym typeface="Raleway"/>
              </a:rPr>
              <a:t>Llama 2: Open Foundation and Fine-Tuned Chat Models</a:t>
            </a:r>
            <a:endParaRPr sz="2500">
              <a:latin typeface="Raleway"/>
              <a:ea typeface="Raleway"/>
              <a:cs typeface="Raleway"/>
              <a:sym typeface="Raleway"/>
            </a:endParaRPr>
          </a:p>
        </p:txBody>
      </p:sp>
      <p:sp>
        <p:nvSpPr>
          <p:cNvPr id="328" name="Google Shape;328;p11"/>
          <p:cNvSpPr txBox="1"/>
          <p:nvPr>
            <p:ph idx="1" type="body"/>
          </p:nvPr>
        </p:nvSpPr>
        <p:spPr>
          <a:xfrm>
            <a:off x="446850" y="1296400"/>
            <a:ext cx="8250300" cy="3247800"/>
          </a:xfrm>
          <a:prstGeom prst="rect">
            <a:avLst/>
          </a:prstGeom>
          <a:noFill/>
          <a:ln>
            <a:noFill/>
          </a:ln>
        </p:spPr>
        <p:txBody>
          <a:bodyPr anchorCtr="0" anchor="t" bIns="34275" lIns="68575" spcFirstLastPara="1" rIns="68575" wrap="square" tIns="34275">
            <a:noAutofit/>
          </a:bodyPr>
          <a:lstStyle/>
          <a:p>
            <a:pPr indent="-342900" lvl="0" marL="457200" rtl="0" algn="just">
              <a:lnSpc>
                <a:spcPct val="90000"/>
              </a:lnSpc>
              <a:spcBef>
                <a:spcPts val="800"/>
              </a:spcBef>
              <a:spcAft>
                <a:spcPts val="0"/>
              </a:spcAft>
              <a:buSzPts val="1800"/>
              <a:buFont typeface="Raleway"/>
              <a:buChar char="•"/>
            </a:pPr>
            <a:r>
              <a:rPr lang="en" sz="1800">
                <a:latin typeface="Raleway"/>
                <a:ea typeface="Raleway"/>
                <a:cs typeface="Raleway"/>
                <a:sym typeface="Raleway"/>
              </a:rPr>
              <a:t>Llama 2 models are optimized for dialogue use cases and outperform open-source chat models.</a:t>
            </a:r>
            <a:endParaRPr sz="1800">
              <a:latin typeface="Raleway"/>
              <a:ea typeface="Raleway"/>
              <a:cs typeface="Raleway"/>
              <a:sym typeface="Raleway"/>
            </a:endParaRPr>
          </a:p>
          <a:p>
            <a:pPr indent="0" lvl="0" marL="457200" rtl="0" algn="just">
              <a:lnSpc>
                <a:spcPct val="90000"/>
              </a:lnSpc>
              <a:spcBef>
                <a:spcPts val="800"/>
              </a:spcBef>
              <a:spcAft>
                <a:spcPts val="0"/>
              </a:spcAft>
              <a:buNone/>
            </a:pPr>
            <a:r>
              <a:t/>
            </a:r>
            <a:endParaRPr sz="1800">
              <a:latin typeface="Raleway"/>
              <a:ea typeface="Raleway"/>
              <a:cs typeface="Raleway"/>
              <a:sym typeface="Raleway"/>
            </a:endParaRPr>
          </a:p>
          <a:p>
            <a:pPr indent="-342900" lvl="0" marL="457200" rtl="0" algn="just">
              <a:lnSpc>
                <a:spcPct val="90000"/>
              </a:lnSpc>
              <a:spcBef>
                <a:spcPts val="0"/>
              </a:spcBef>
              <a:spcAft>
                <a:spcPts val="0"/>
              </a:spcAft>
              <a:buSzPts val="1800"/>
              <a:buFont typeface="Raleway"/>
              <a:buChar char="•"/>
            </a:pPr>
            <a:r>
              <a:rPr lang="en" sz="1800">
                <a:latin typeface="Raleway"/>
                <a:ea typeface="Raleway"/>
                <a:cs typeface="Raleway"/>
                <a:sym typeface="Raleway"/>
              </a:rPr>
              <a:t>The paper provides guidelines for safe and helpful model responses.</a:t>
            </a:r>
            <a:endParaRPr sz="1800">
              <a:latin typeface="Raleway"/>
              <a:ea typeface="Raleway"/>
              <a:cs typeface="Raleway"/>
              <a:sym typeface="Raleway"/>
            </a:endParaRPr>
          </a:p>
          <a:p>
            <a:pPr indent="0" lvl="0" marL="457200" rtl="0" algn="just">
              <a:lnSpc>
                <a:spcPct val="90000"/>
              </a:lnSpc>
              <a:spcBef>
                <a:spcPts val="0"/>
              </a:spcBef>
              <a:spcAft>
                <a:spcPts val="0"/>
              </a:spcAft>
              <a:buNone/>
            </a:pPr>
            <a:r>
              <a:t/>
            </a:r>
            <a:endParaRPr sz="1800">
              <a:latin typeface="Raleway"/>
              <a:ea typeface="Raleway"/>
              <a:cs typeface="Raleway"/>
              <a:sym typeface="Raleway"/>
            </a:endParaRPr>
          </a:p>
          <a:p>
            <a:pPr indent="-342900" lvl="0" marL="457200" rtl="0" algn="just">
              <a:lnSpc>
                <a:spcPct val="90000"/>
              </a:lnSpc>
              <a:spcBef>
                <a:spcPts val="0"/>
              </a:spcBef>
              <a:spcAft>
                <a:spcPts val="0"/>
              </a:spcAft>
              <a:buSzPts val="1800"/>
              <a:buFont typeface="Raleway"/>
              <a:buChar char="•"/>
            </a:pPr>
            <a:r>
              <a:rPr lang="en" sz="1800">
                <a:latin typeface="Raleway"/>
                <a:ea typeface="Raleway"/>
                <a:cs typeface="Raleway"/>
                <a:sym typeface="Raleway"/>
              </a:rPr>
              <a:t>The paper describes a multi-step assessment process for selecting annotators.</a:t>
            </a:r>
            <a:endParaRPr sz="1800">
              <a:latin typeface="Raleway"/>
              <a:ea typeface="Raleway"/>
              <a:cs typeface="Raleway"/>
              <a:sym typeface="Raleway"/>
            </a:endParaRPr>
          </a:p>
          <a:p>
            <a:pPr indent="0" lvl="0" marL="457200" rtl="0" algn="just">
              <a:lnSpc>
                <a:spcPct val="90000"/>
              </a:lnSpc>
              <a:spcBef>
                <a:spcPts val="0"/>
              </a:spcBef>
              <a:spcAft>
                <a:spcPts val="0"/>
              </a:spcAft>
              <a:buNone/>
            </a:pPr>
            <a:r>
              <a:t/>
            </a:r>
            <a:endParaRPr sz="1800">
              <a:latin typeface="Raleway"/>
              <a:ea typeface="Raleway"/>
              <a:cs typeface="Raleway"/>
              <a:sym typeface="Raleway"/>
            </a:endParaRPr>
          </a:p>
          <a:p>
            <a:pPr indent="-342900" lvl="0" marL="457200" rtl="0" algn="just">
              <a:lnSpc>
                <a:spcPct val="90000"/>
              </a:lnSpc>
              <a:spcBef>
                <a:spcPts val="0"/>
              </a:spcBef>
              <a:spcAft>
                <a:spcPts val="0"/>
              </a:spcAft>
              <a:buSzPts val="1800"/>
              <a:buFont typeface="Raleway"/>
              <a:buChar char="•"/>
            </a:pPr>
            <a:r>
              <a:rPr lang="en" sz="1800">
                <a:latin typeface="Raleway"/>
                <a:ea typeface="Raleway"/>
                <a:cs typeface="Raleway"/>
                <a:sym typeface="Raleway"/>
              </a:rPr>
              <a:t>The paper presents a novel approach called RLHF for learning from human feedback.</a:t>
            </a:r>
            <a:endParaRPr sz="1800">
              <a:latin typeface="Raleway"/>
              <a:ea typeface="Raleway"/>
              <a:cs typeface="Raleway"/>
              <a:sym typeface="Raleway"/>
            </a:endParaRPr>
          </a:p>
          <a:p>
            <a:pPr indent="0" lvl="0" marL="457200" rtl="0" algn="just">
              <a:lnSpc>
                <a:spcPct val="90000"/>
              </a:lnSpc>
              <a:spcBef>
                <a:spcPts val="0"/>
              </a:spcBef>
              <a:spcAft>
                <a:spcPts val="0"/>
              </a:spcAft>
              <a:buNone/>
            </a:pPr>
            <a:r>
              <a:t/>
            </a:r>
            <a:endParaRPr sz="1800">
              <a:latin typeface="Raleway"/>
              <a:ea typeface="Raleway"/>
              <a:cs typeface="Raleway"/>
              <a:sym typeface="Raleway"/>
            </a:endParaRPr>
          </a:p>
          <a:p>
            <a:pPr indent="-342900" lvl="0" marL="457200" rtl="0" algn="just">
              <a:spcBef>
                <a:spcPts val="0"/>
              </a:spcBef>
              <a:spcAft>
                <a:spcPts val="0"/>
              </a:spcAft>
              <a:buSzPts val="1800"/>
              <a:buFont typeface="Raleway"/>
              <a:buChar char="•"/>
            </a:pPr>
            <a:r>
              <a:rPr lang="en" sz="1800">
                <a:latin typeface="Raleway"/>
                <a:ea typeface="Raleway"/>
                <a:cs typeface="Raleway"/>
                <a:sym typeface="Raleway"/>
              </a:rPr>
              <a:t>The paper provides a strategy for responsibly releasing these models.</a:t>
            </a:r>
            <a:endParaRPr sz="1800">
              <a:latin typeface="Raleway"/>
              <a:ea typeface="Raleway"/>
              <a:cs typeface="Raleway"/>
              <a:sym typeface="Raleway"/>
            </a:endParaRPr>
          </a:p>
          <a:p>
            <a:pPr indent="0" lvl="0" marL="0" rtl="0" algn="just">
              <a:lnSpc>
                <a:spcPct val="90000"/>
              </a:lnSpc>
              <a:spcBef>
                <a:spcPts val="0"/>
              </a:spcBef>
              <a:spcAft>
                <a:spcPts val="0"/>
              </a:spcAft>
              <a:buNone/>
            </a:pPr>
            <a:r>
              <a:t/>
            </a:r>
            <a:endParaRPr sz="1800">
              <a:latin typeface="Raleway Light"/>
              <a:ea typeface="Raleway Light"/>
              <a:cs typeface="Raleway Light"/>
              <a:sym typeface="Raleway Light"/>
            </a:endParaRPr>
          </a:p>
        </p:txBody>
      </p:sp>
      <p:sp>
        <p:nvSpPr>
          <p:cNvPr id="329" name="Google Shape;329;p11"/>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30" name="Google Shape;330;p11"/>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31" name="Google Shape;331;p11"/>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2"/>
          <p:cNvSpPr txBox="1"/>
          <p:nvPr>
            <p:ph type="title"/>
          </p:nvPr>
        </p:nvSpPr>
        <p:spPr>
          <a:xfrm>
            <a:off x="3274371" y="272970"/>
            <a:ext cx="2126288" cy="52412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Century Gothic"/>
              <a:buNone/>
            </a:pPr>
            <a:r>
              <a:rPr b="1" lang="en" sz="3000">
                <a:latin typeface="Raleway"/>
                <a:ea typeface="Raleway"/>
                <a:cs typeface="Raleway"/>
                <a:sym typeface="Raleway"/>
              </a:rPr>
              <a:t>Objective</a:t>
            </a:r>
            <a:endParaRPr b="1" sz="3000">
              <a:latin typeface="Raleway"/>
              <a:ea typeface="Raleway"/>
              <a:cs typeface="Raleway"/>
              <a:sym typeface="Raleway"/>
            </a:endParaRPr>
          </a:p>
        </p:txBody>
      </p:sp>
      <p:sp>
        <p:nvSpPr>
          <p:cNvPr id="337" name="Google Shape;337;p12"/>
          <p:cNvSpPr txBox="1"/>
          <p:nvPr>
            <p:ph idx="1" type="body"/>
          </p:nvPr>
        </p:nvSpPr>
        <p:spPr>
          <a:xfrm>
            <a:off x="628650" y="945671"/>
            <a:ext cx="7646239" cy="2643350"/>
          </a:xfrm>
          <a:prstGeom prst="rect">
            <a:avLst/>
          </a:prstGeom>
          <a:noFill/>
          <a:ln>
            <a:noFill/>
          </a:ln>
        </p:spPr>
        <p:txBody>
          <a:bodyPr anchorCtr="0" anchor="t" bIns="34275" lIns="68575" spcFirstLastPara="1" rIns="68575" wrap="square" tIns="34275">
            <a:noAutofit/>
          </a:bodyPr>
          <a:lstStyle/>
          <a:p>
            <a:pPr indent="-279400" lvl="0" marL="254000" rtl="0" algn="just">
              <a:lnSpc>
                <a:spcPct val="90000"/>
              </a:lnSpc>
              <a:spcBef>
                <a:spcPts val="800"/>
              </a:spcBef>
              <a:spcAft>
                <a:spcPts val="0"/>
              </a:spcAft>
              <a:buSzPts val="1800"/>
              <a:buFont typeface="Raleway"/>
              <a:buChar char="•"/>
            </a:pPr>
            <a:r>
              <a:rPr i="0" lang="en" sz="1800">
                <a:solidFill>
                  <a:schemeClr val="dk1"/>
                </a:solidFill>
                <a:latin typeface="Raleway"/>
                <a:ea typeface="Raleway"/>
                <a:cs typeface="Raleway"/>
                <a:sym typeface="Raleway"/>
              </a:rPr>
              <a:t>Our foremost objective is to create a chatbot-based "Intelligent Legal Advisor" that brings legal consultations into everyday conversations. We aim to make legal advice as accessible as chatting with a friend, breaking down the barriers of legal complexities.</a:t>
            </a:r>
            <a:endParaRPr sz="1800">
              <a:latin typeface="Raleway Light"/>
              <a:ea typeface="Raleway Light"/>
              <a:cs typeface="Raleway Light"/>
              <a:sym typeface="Raleway Light"/>
            </a:endParaRPr>
          </a:p>
          <a:p>
            <a:pPr indent="-165100" lvl="0" marL="254000" rtl="0" algn="just">
              <a:lnSpc>
                <a:spcPct val="90000"/>
              </a:lnSpc>
              <a:spcBef>
                <a:spcPts val="800"/>
              </a:spcBef>
              <a:spcAft>
                <a:spcPts val="0"/>
              </a:spcAft>
              <a:buSzPts val="1400"/>
              <a:buFont typeface="Arial"/>
              <a:buNone/>
            </a:pPr>
            <a:r>
              <a:t/>
            </a:r>
            <a:endParaRPr i="0" sz="1800">
              <a:solidFill>
                <a:schemeClr val="dk1"/>
              </a:solidFill>
              <a:latin typeface="Raleway"/>
              <a:ea typeface="Raleway"/>
              <a:cs typeface="Raleway"/>
              <a:sym typeface="Raleway"/>
            </a:endParaRPr>
          </a:p>
          <a:p>
            <a:pPr indent="-279400" lvl="0" marL="254000" rtl="0" algn="just">
              <a:lnSpc>
                <a:spcPct val="90000"/>
              </a:lnSpc>
              <a:spcBef>
                <a:spcPts val="800"/>
              </a:spcBef>
              <a:spcAft>
                <a:spcPts val="0"/>
              </a:spcAft>
              <a:buSzPts val="1800"/>
              <a:buFont typeface="Raleway"/>
              <a:buChar char="•"/>
            </a:pPr>
            <a:r>
              <a:rPr i="0" lang="en" sz="1800">
                <a:solidFill>
                  <a:schemeClr val="dk1"/>
                </a:solidFill>
                <a:latin typeface="Raleway"/>
                <a:ea typeface="Raleway"/>
                <a:cs typeface="Raleway"/>
                <a:sym typeface="Raleway"/>
              </a:rPr>
              <a:t> The chatbot implementation will focus on providing personalized, up-to-date legal guidance. By considering the user's specific legal query, jurisdiction, and context, our system ensures a tailored experience, enhancing legal literacy and empowering users.</a:t>
            </a:r>
            <a:endParaRPr sz="1800">
              <a:latin typeface="Raleway Light"/>
              <a:ea typeface="Raleway Light"/>
              <a:cs typeface="Raleway Light"/>
              <a:sym typeface="Raleway Light"/>
            </a:endParaRPr>
          </a:p>
          <a:p>
            <a:pPr indent="-50800" lvl="0" marL="177800" rtl="0" algn="just">
              <a:lnSpc>
                <a:spcPct val="90000"/>
              </a:lnSpc>
              <a:spcBef>
                <a:spcPts val="0"/>
              </a:spcBef>
              <a:spcAft>
                <a:spcPts val="0"/>
              </a:spcAft>
              <a:buClr>
                <a:srgbClr val="282828"/>
              </a:buClr>
              <a:buSzPts val="2000"/>
              <a:buFont typeface="Noto Sans Symbols"/>
              <a:buNone/>
            </a:pPr>
            <a:r>
              <a:t/>
            </a:r>
            <a:endParaRPr sz="1800">
              <a:latin typeface="Raleway"/>
              <a:ea typeface="Raleway"/>
              <a:cs typeface="Raleway"/>
              <a:sym typeface="Raleway"/>
            </a:endParaRPr>
          </a:p>
        </p:txBody>
      </p:sp>
      <p:sp>
        <p:nvSpPr>
          <p:cNvPr id="338" name="Google Shape;338;p12"/>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339" name="Google Shape;339;p12"/>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40" name="Google Shape;340;p12"/>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3"/>
          <p:cNvSpPr txBox="1"/>
          <p:nvPr>
            <p:ph type="title"/>
          </p:nvPr>
        </p:nvSpPr>
        <p:spPr>
          <a:xfrm>
            <a:off x="3312023" y="280250"/>
            <a:ext cx="2900700" cy="5076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Raleway"/>
              <a:buNone/>
            </a:pPr>
            <a:r>
              <a:rPr b="1" lang="en" sz="3000">
                <a:latin typeface="Raleway"/>
                <a:ea typeface="Raleway"/>
                <a:cs typeface="Raleway"/>
                <a:sym typeface="Raleway"/>
              </a:rPr>
              <a:t>Methodology</a:t>
            </a:r>
            <a:endParaRPr b="1" sz="3000">
              <a:latin typeface="Raleway"/>
              <a:ea typeface="Raleway"/>
              <a:cs typeface="Raleway"/>
              <a:sym typeface="Raleway"/>
            </a:endParaRPr>
          </a:p>
        </p:txBody>
      </p:sp>
      <p:sp>
        <p:nvSpPr>
          <p:cNvPr id="346" name="Google Shape;346;p13"/>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347" name="Google Shape;347;p13"/>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48" name="Google Shape;348;p13"/>
          <p:cNvSpPr txBox="1"/>
          <p:nvPr>
            <p:ph idx="1" type="body"/>
          </p:nvPr>
        </p:nvSpPr>
        <p:spPr>
          <a:xfrm>
            <a:off x="446913" y="1190122"/>
            <a:ext cx="8250174" cy="3120390"/>
          </a:xfrm>
          <a:prstGeom prst="rect">
            <a:avLst/>
          </a:prstGeom>
          <a:noFill/>
          <a:ln>
            <a:noFill/>
          </a:ln>
        </p:spPr>
        <p:txBody>
          <a:bodyPr anchorCtr="0" anchor="t" bIns="34275" lIns="68575" spcFirstLastPara="1" rIns="68575" wrap="square" tIns="34275">
            <a:noAutofit/>
          </a:bodyPr>
          <a:lstStyle/>
          <a:p>
            <a:pPr indent="0" lvl="0" marL="88900" rtl="0" algn="just">
              <a:lnSpc>
                <a:spcPct val="90000"/>
              </a:lnSpc>
              <a:spcBef>
                <a:spcPts val="800"/>
              </a:spcBef>
              <a:spcAft>
                <a:spcPts val="0"/>
              </a:spcAft>
              <a:buSzPts val="1400"/>
              <a:buNone/>
            </a:pPr>
            <a:r>
              <a:rPr b="1" lang="en" sz="1800">
                <a:latin typeface="Raleway"/>
                <a:ea typeface="Raleway"/>
                <a:cs typeface="Raleway"/>
                <a:sym typeface="Raleway"/>
              </a:rPr>
              <a:t>Part 1</a:t>
            </a:r>
            <a:r>
              <a:rPr b="1" i="0" lang="en" sz="1800">
                <a:solidFill>
                  <a:schemeClr val="dk1"/>
                </a:solidFill>
                <a:latin typeface="Raleway"/>
                <a:ea typeface="Raleway"/>
                <a:cs typeface="Raleway"/>
                <a:sym typeface="Raleway"/>
              </a:rPr>
              <a:t>: Pretraining and Fine-Tuning </a:t>
            </a:r>
            <a:endParaRPr b="1" sz="1800">
              <a:latin typeface="Raleway"/>
              <a:ea typeface="Raleway"/>
              <a:cs typeface="Raleway"/>
              <a:sym typeface="Raleway"/>
            </a:endParaRPr>
          </a:p>
          <a:p>
            <a:pPr indent="-279400" lvl="1" marL="342900" rtl="0" algn="just">
              <a:lnSpc>
                <a:spcPct val="90000"/>
              </a:lnSpc>
              <a:spcBef>
                <a:spcPts val="400"/>
              </a:spcBef>
              <a:spcAft>
                <a:spcPts val="0"/>
              </a:spcAft>
              <a:buSzPts val="1800"/>
              <a:buFont typeface="Raleway"/>
              <a:buChar char="•"/>
            </a:pPr>
            <a:r>
              <a:rPr lang="en">
                <a:latin typeface="Raleway"/>
                <a:ea typeface="Raleway"/>
                <a:cs typeface="Raleway"/>
                <a:sym typeface="Raleway"/>
              </a:rPr>
              <a:t>We start </a:t>
            </a:r>
            <a:r>
              <a:rPr i="0" lang="en">
                <a:latin typeface="Raleway"/>
                <a:ea typeface="Raleway"/>
                <a:cs typeface="Raleway"/>
                <a:sym typeface="Raleway"/>
              </a:rPr>
              <a:t>with pre-training the model from scratch using court judgements and Government acts, allowing it to learn general law language understanding and generation skills.</a:t>
            </a:r>
            <a:endParaRPr i="0">
              <a:latin typeface="Raleway"/>
              <a:ea typeface="Raleway"/>
              <a:cs typeface="Raleway"/>
              <a:sym typeface="Raleway"/>
            </a:endParaRPr>
          </a:p>
          <a:p>
            <a:pPr indent="0" lvl="0" marL="914400" rtl="0" algn="just">
              <a:lnSpc>
                <a:spcPct val="90000"/>
              </a:lnSpc>
              <a:spcBef>
                <a:spcPts val="400"/>
              </a:spcBef>
              <a:spcAft>
                <a:spcPts val="0"/>
              </a:spcAft>
              <a:buNone/>
            </a:pPr>
            <a:r>
              <a:t/>
            </a:r>
            <a:endParaRPr sz="1800">
              <a:latin typeface="Raleway"/>
              <a:ea typeface="Raleway"/>
              <a:cs typeface="Raleway"/>
              <a:sym typeface="Raleway"/>
            </a:endParaRPr>
          </a:p>
          <a:p>
            <a:pPr indent="-279400" lvl="1" marL="342900" rtl="0" algn="just">
              <a:lnSpc>
                <a:spcPct val="90000"/>
              </a:lnSpc>
              <a:spcBef>
                <a:spcPts val="400"/>
              </a:spcBef>
              <a:spcAft>
                <a:spcPts val="0"/>
              </a:spcAft>
              <a:buSzPts val="1800"/>
              <a:buChar char="•"/>
            </a:pPr>
            <a:r>
              <a:rPr lang="en">
                <a:latin typeface="Raleway Light"/>
                <a:ea typeface="Raleway Light"/>
                <a:cs typeface="Raleway Light"/>
                <a:sym typeface="Raleway Light"/>
              </a:rPr>
              <a:t>We fine tune the pretrained model on </a:t>
            </a:r>
            <a:r>
              <a:rPr lang="en">
                <a:latin typeface="Raleway"/>
                <a:ea typeface="Raleway"/>
                <a:cs typeface="Raleway"/>
                <a:sym typeface="Raleway"/>
              </a:rPr>
              <a:t> 2 legal tasks with Indian datasets. </a:t>
            </a:r>
            <a:endParaRPr>
              <a:latin typeface="Raleway"/>
              <a:ea typeface="Raleway"/>
              <a:cs typeface="Raleway"/>
              <a:sym typeface="Raleway"/>
            </a:endParaRPr>
          </a:p>
          <a:p>
            <a:pPr indent="0" lvl="0" marL="685800" rtl="0" algn="just">
              <a:lnSpc>
                <a:spcPct val="90000"/>
              </a:lnSpc>
              <a:spcBef>
                <a:spcPts val="400"/>
              </a:spcBef>
              <a:spcAft>
                <a:spcPts val="0"/>
              </a:spcAft>
              <a:buSzPts val="1400"/>
              <a:buNone/>
            </a:pPr>
            <a:r>
              <a:rPr lang="en" sz="1800">
                <a:latin typeface="Raleway"/>
                <a:ea typeface="Raleway"/>
                <a:cs typeface="Raleway"/>
                <a:sym typeface="Raleway"/>
              </a:rPr>
              <a:t>Multi-label Text Classification: Identifying relevant statutes (law articles) based on the facts of a court case </a:t>
            </a:r>
            <a:endParaRPr sz="1800">
              <a:latin typeface="Raleway"/>
              <a:ea typeface="Raleway"/>
              <a:cs typeface="Raleway"/>
              <a:sym typeface="Raleway"/>
            </a:endParaRPr>
          </a:p>
          <a:p>
            <a:pPr indent="0" lvl="0" marL="685800" rtl="0" algn="just">
              <a:lnSpc>
                <a:spcPct val="90000"/>
              </a:lnSpc>
              <a:spcBef>
                <a:spcPts val="400"/>
              </a:spcBef>
              <a:spcAft>
                <a:spcPts val="0"/>
              </a:spcAft>
              <a:buSzPts val="1400"/>
              <a:buNone/>
            </a:pPr>
            <a:r>
              <a:rPr lang="en" sz="1800">
                <a:latin typeface="Raleway"/>
                <a:ea typeface="Raleway"/>
                <a:cs typeface="Raleway"/>
                <a:sym typeface="Raleway"/>
              </a:rPr>
              <a:t>Binary Text Classification: Predicting whether the claims/petitions of a court case will be accepted/rejected</a:t>
            </a:r>
            <a:endParaRPr sz="1800">
              <a:latin typeface="Raleway"/>
              <a:ea typeface="Raleway"/>
              <a:cs typeface="Raleway"/>
              <a:sym typeface="Raleway"/>
            </a:endParaRPr>
          </a:p>
          <a:p>
            <a:pPr indent="0" lvl="0" marL="0" rtl="0" algn="just">
              <a:lnSpc>
                <a:spcPct val="90000"/>
              </a:lnSpc>
              <a:spcBef>
                <a:spcPts val="0"/>
              </a:spcBef>
              <a:spcAft>
                <a:spcPts val="0"/>
              </a:spcAft>
              <a:buClr>
                <a:schemeClr val="dk1"/>
              </a:buClr>
              <a:buSzPts val="1800"/>
              <a:buNone/>
            </a:pPr>
            <a:r>
              <a:t/>
            </a:r>
            <a:endParaRPr sz="1800">
              <a:latin typeface="Raleway Light"/>
              <a:ea typeface="Raleway Light"/>
              <a:cs typeface="Raleway Light"/>
              <a:sym typeface="Raleway Light"/>
            </a:endParaRPr>
          </a:p>
        </p:txBody>
      </p:sp>
      <p:sp>
        <p:nvSpPr>
          <p:cNvPr id="349" name="Google Shape;349;p13"/>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355" name="Google Shape;355;p14"/>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56" name="Google Shape;356;p14"/>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pic>
        <p:nvPicPr>
          <p:cNvPr id="357" name="Google Shape;357;p14"/>
          <p:cNvPicPr preferRelativeResize="0"/>
          <p:nvPr/>
        </p:nvPicPr>
        <p:blipFill rotWithShape="1">
          <a:blip r:embed="rId3">
            <a:alphaModFix/>
          </a:blip>
          <a:srcRect b="0" l="0" r="0" t="0"/>
          <a:stretch/>
        </p:blipFill>
        <p:spPr>
          <a:xfrm>
            <a:off x="480060" y="1078250"/>
            <a:ext cx="8183880" cy="2490052"/>
          </a:xfrm>
          <a:prstGeom prst="rect">
            <a:avLst/>
          </a:prstGeom>
          <a:noFill/>
          <a:ln>
            <a:noFill/>
          </a:ln>
        </p:spPr>
      </p:pic>
      <p:sp>
        <p:nvSpPr>
          <p:cNvPr id="358" name="Google Shape;358;p14"/>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5"/>
          <p:cNvSpPr txBox="1"/>
          <p:nvPr>
            <p:ph idx="1" type="body"/>
          </p:nvPr>
        </p:nvSpPr>
        <p:spPr>
          <a:xfrm>
            <a:off x="446913" y="735708"/>
            <a:ext cx="8250300" cy="3120300"/>
          </a:xfrm>
          <a:prstGeom prst="rect">
            <a:avLst/>
          </a:prstGeom>
          <a:noFill/>
          <a:ln>
            <a:noFill/>
          </a:ln>
        </p:spPr>
        <p:txBody>
          <a:bodyPr anchorCtr="0" anchor="t" bIns="34275" lIns="68575" spcFirstLastPara="1" rIns="68575" wrap="square" tIns="34275">
            <a:noAutofit/>
          </a:bodyPr>
          <a:lstStyle/>
          <a:p>
            <a:pPr indent="0" lvl="0" marL="88900" rtl="0" algn="just">
              <a:lnSpc>
                <a:spcPct val="90000"/>
              </a:lnSpc>
              <a:spcBef>
                <a:spcPts val="800"/>
              </a:spcBef>
              <a:spcAft>
                <a:spcPts val="0"/>
              </a:spcAft>
              <a:buSzPts val="1400"/>
              <a:buNone/>
            </a:pPr>
            <a:r>
              <a:rPr b="1" lang="en" sz="1800">
                <a:latin typeface="Raleway"/>
                <a:ea typeface="Raleway"/>
                <a:cs typeface="Raleway"/>
                <a:sym typeface="Raleway"/>
              </a:rPr>
              <a:t>Part</a:t>
            </a:r>
            <a:r>
              <a:rPr b="1" i="0" lang="en" sz="1800">
                <a:solidFill>
                  <a:schemeClr val="dk1"/>
                </a:solidFill>
                <a:latin typeface="Raleway"/>
                <a:ea typeface="Raleway"/>
                <a:cs typeface="Raleway"/>
                <a:sym typeface="Raleway"/>
              </a:rPr>
              <a:t> 2: Retrieval-Augmented Generation (RAG) with Legal Prompts</a:t>
            </a:r>
            <a:endParaRPr b="1" sz="1800">
              <a:latin typeface="Raleway"/>
              <a:ea typeface="Raleway"/>
              <a:cs typeface="Raleway"/>
              <a:sym typeface="Raleway"/>
            </a:endParaRPr>
          </a:p>
          <a:p>
            <a:pPr indent="-279400" lvl="1" marL="342900" rtl="0" algn="just">
              <a:lnSpc>
                <a:spcPct val="90000"/>
              </a:lnSpc>
              <a:spcBef>
                <a:spcPts val="400"/>
              </a:spcBef>
              <a:spcAft>
                <a:spcPts val="0"/>
              </a:spcAft>
              <a:buSzPts val="1800"/>
              <a:buFont typeface="Raleway"/>
              <a:buChar char="•"/>
            </a:pPr>
            <a:r>
              <a:rPr lang="en">
                <a:latin typeface="Raleway"/>
                <a:ea typeface="Raleway"/>
                <a:cs typeface="Raleway"/>
                <a:sym typeface="Raleway"/>
              </a:rPr>
              <a:t>We propose a RAG supported system so that users can be aided with their research on the case documents.</a:t>
            </a:r>
            <a:endParaRPr>
              <a:latin typeface="Raleway"/>
              <a:ea typeface="Raleway"/>
              <a:cs typeface="Raleway"/>
              <a:sym typeface="Raleway"/>
            </a:endParaRPr>
          </a:p>
          <a:p>
            <a:pPr indent="0" lvl="0" marL="914400" rtl="0" algn="just">
              <a:lnSpc>
                <a:spcPct val="90000"/>
              </a:lnSpc>
              <a:spcBef>
                <a:spcPts val="400"/>
              </a:spcBef>
              <a:spcAft>
                <a:spcPts val="0"/>
              </a:spcAft>
              <a:buNone/>
            </a:pPr>
            <a:r>
              <a:t/>
            </a:r>
            <a:endParaRPr sz="1800">
              <a:latin typeface="Raleway"/>
              <a:ea typeface="Raleway"/>
              <a:cs typeface="Raleway"/>
              <a:sym typeface="Raleway"/>
            </a:endParaRPr>
          </a:p>
          <a:p>
            <a:pPr indent="-279400" lvl="1" marL="342900" rtl="0" algn="just">
              <a:lnSpc>
                <a:spcPct val="90000"/>
              </a:lnSpc>
              <a:spcBef>
                <a:spcPts val="400"/>
              </a:spcBef>
              <a:spcAft>
                <a:spcPts val="0"/>
              </a:spcAft>
              <a:buSzPts val="1800"/>
              <a:buFont typeface="Raleway"/>
              <a:buChar char="•"/>
            </a:pPr>
            <a:r>
              <a:rPr i="0" lang="en">
                <a:solidFill>
                  <a:schemeClr val="dk1"/>
                </a:solidFill>
                <a:latin typeface="Raleway"/>
                <a:ea typeface="Raleway"/>
                <a:cs typeface="Raleway"/>
                <a:sym typeface="Raleway"/>
              </a:rPr>
              <a:t>We implement Retrieval-Augmented Generation (RAG) techniques, using frameworks like Langchain and vector databases which enable the chatbot to retrieve information from </a:t>
            </a:r>
            <a:r>
              <a:rPr lang="en">
                <a:latin typeface="Raleway"/>
                <a:ea typeface="Raleway"/>
                <a:cs typeface="Raleway"/>
                <a:sym typeface="Raleway"/>
              </a:rPr>
              <a:t>additional knowledge base provided by the user </a:t>
            </a:r>
            <a:r>
              <a:rPr i="0" lang="en">
                <a:solidFill>
                  <a:schemeClr val="dk1"/>
                </a:solidFill>
                <a:latin typeface="Raleway"/>
                <a:ea typeface="Raleway"/>
                <a:cs typeface="Raleway"/>
                <a:sym typeface="Raleway"/>
              </a:rPr>
              <a:t>during conversations. </a:t>
            </a:r>
            <a:endParaRPr i="0">
              <a:solidFill>
                <a:schemeClr val="dk1"/>
              </a:solidFill>
              <a:latin typeface="Raleway"/>
              <a:ea typeface="Raleway"/>
              <a:cs typeface="Raleway"/>
              <a:sym typeface="Raleway"/>
            </a:endParaRPr>
          </a:p>
          <a:p>
            <a:pPr indent="0" lvl="0" marL="914400" rtl="0" algn="just">
              <a:lnSpc>
                <a:spcPct val="90000"/>
              </a:lnSpc>
              <a:spcBef>
                <a:spcPts val="400"/>
              </a:spcBef>
              <a:spcAft>
                <a:spcPts val="0"/>
              </a:spcAft>
              <a:buNone/>
            </a:pPr>
            <a:r>
              <a:t/>
            </a:r>
            <a:endParaRPr sz="1800">
              <a:latin typeface="Raleway"/>
              <a:ea typeface="Raleway"/>
              <a:cs typeface="Raleway"/>
              <a:sym typeface="Raleway"/>
            </a:endParaRPr>
          </a:p>
          <a:p>
            <a:pPr indent="-279400" lvl="1" marL="342900" rtl="0" algn="just">
              <a:lnSpc>
                <a:spcPct val="90000"/>
              </a:lnSpc>
              <a:spcBef>
                <a:spcPts val="400"/>
              </a:spcBef>
              <a:spcAft>
                <a:spcPts val="0"/>
              </a:spcAft>
              <a:buSzPts val="1800"/>
              <a:buFont typeface="Raleway"/>
              <a:buChar char="•"/>
            </a:pPr>
            <a:r>
              <a:rPr i="0" lang="en">
                <a:solidFill>
                  <a:schemeClr val="dk1"/>
                </a:solidFill>
                <a:latin typeface="Raleway"/>
                <a:ea typeface="Raleway"/>
                <a:cs typeface="Raleway"/>
                <a:sym typeface="Raleway"/>
              </a:rPr>
              <a:t>This integration ensures that the chatbot's responses are not only generated but also retrieved from up-to-date legal resources</a:t>
            </a:r>
            <a:endParaRPr>
              <a:latin typeface="Raleway Light"/>
              <a:ea typeface="Raleway Light"/>
              <a:cs typeface="Raleway Light"/>
              <a:sym typeface="Raleway Light"/>
            </a:endParaRPr>
          </a:p>
          <a:p>
            <a:pPr indent="-165100" lvl="0" marL="342900" rtl="0" algn="just">
              <a:lnSpc>
                <a:spcPct val="90000"/>
              </a:lnSpc>
              <a:spcBef>
                <a:spcPts val="800"/>
              </a:spcBef>
              <a:spcAft>
                <a:spcPts val="0"/>
              </a:spcAft>
              <a:buClr>
                <a:schemeClr val="dk1"/>
              </a:buClr>
              <a:buSzPts val="1400"/>
              <a:buNone/>
            </a:pPr>
            <a:r>
              <a:t/>
            </a:r>
            <a:endParaRPr sz="1800">
              <a:latin typeface="Raleway Light"/>
              <a:ea typeface="Raleway Light"/>
              <a:cs typeface="Raleway Light"/>
              <a:sym typeface="Raleway Light"/>
            </a:endParaRPr>
          </a:p>
        </p:txBody>
      </p:sp>
      <p:sp>
        <p:nvSpPr>
          <p:cNvPr id="364" name="Google Shape;364;p15"/>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365" name="Google Shape;365;p15"/>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66" name="Google Shape;366;p15"/>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67" name="Google Shape;367;p15"/>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6"/>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pic>
        <p:nvPicPr>
          <p:cNvPr id="373" name="Google Shape;373;p16"/>
          <p:cNvPicPr preferRelativeResize="0"/>
          <p:nvPr/>
        </p:nvPicPr>
        <p:blipFill rotWithShape="1">
          <a:blip r:embed="rId3">
            <a:alphaModFix/>
          </a:blip>
          <a:srcRect b="0" l="0" r="0" t="0"/>
          <a:stretch/>
        </p:blipFill>
        <p:spPr>
          <a:xfrm>
            <a:off x="1704800" y="751413"/>
            <a:ext cx="5734399" cy="3640675"/>
          </a:xfrm>
          <a:prstGeom prst="rect">
            <a:avLst/>
          </a:prstGeom>
          <a:noFill/>
          <a:ln>
            <a:noFill/>
          </a:ln>
        </p:spPr>
      </p:pic>
      <p:sp>
        <p:nvSpPr>
          <p:cNvPr id="374" name="Google Shape;374;p16"/>
          <p:cNvSpPr txBox="1"/>
          <p:nvPr>
            <p:ph idx="10" type="dt"/>
          </p:nvPr>
        </p:nvSpPr>
        <p:spPr>
          <a:xfrm>
            <a:off x="7946796" y="4800678"/>
            <a:ext cx="505123"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75" name="Google Shape;375;p16"/>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76" name="Google Shape;376;p16"/>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7"/>
          <p:cNvSpPr txBox="1"/>
          <p:nvPr>
            <p:ph type="title"/>
          </p:nvPr>
        </p:nvSpPr>
        <p:spPr>
          <a:xfrm>
            <a:off x="246600" y="989300"/>
            <a:ext cx="4374600" cy="34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 sz="1800">
                <a:latin typeface="Raleway"/>
                <a:ea typeface="Raleway"/>
                <a:cs typeface="Raleway"/>
                <a:sym typeface="Raleway"/>
              </a:rPr>
              <a:t>    </a:t>
            </a:r>
            <a:r>
              <a:rPr b="1" lang="en" sz="1800">
                <a:latin typeface="Raleway"/>
                <a:ea typeface="Raleway"/>
                <a:cs typeface="Raleway"/>
                <a:sym typeface="Raleway"/>
              </a:rPr>
              <a:t> </a:t>
            </a:r>
            <a:r>
              <a:rPr lang="en" sz="1800">
                <a:latin typeface="Raleway"/>
                <a:ea typeface="Raleway"/>
                <a:cs typeface="Raleway"/>
                <a:sym typeface="Raleway"/>
              </a:rPr>
              <a:t> </a:t>
            </a:r>
            <a:r>
              <a:rPr b="1" lang="en" sz="1800">
                <a:latin typeface="Raleway"/>
                <a:ea typeface="Raleway"/>
                <a:cs typeface="Raleway"/>
                <a:sym typeface="Raleway"/>
              </a:rPr>
              <a:t>Dataset Preparation</a:t>
            </a:r>
            <a:r>
              <a:rPr lang="en" sz="1800">
                <a:latin typeface="Raleway"/>
                <a:ea typeface="Raleway"/>
                <a:cs typeface="Raleway"/>
                <a:sym typeface="Raleway"/>
              </a:rPr>
              <a:t> </a:t>
            </a:r>
            <a:endParaRPr sz="1800">
              <a:latin typeface="Raleway"/>
              <a:ea typeface="Raleway"/>
              <a:cs typeface="Raleway"/>
              <a:sym typeface="Raleway"/>
            </a:endParaRPr>
          </a:p>
        </p:txBody>
      </p:sp>
      <p:sp>
        <p:nvSpPr>
          <p:cNvPr id="382" name="Google Shape;382;p17"/>
          <p:cNvSpPr txBox="1"/>
          <p:nvPr>
            <p:ph idx="1" type="body"/>
          </p:nvPr>
        </p:nvSpPr>
        <p:spPr>
          <a:xfrm>
            <a:off x="353499" y="1337909"/>
            <a:ext cx="8250300" cy="3120300"/>
          </a:xfrm>
          <a:prstGeom prst="rect">
            <a:avLst/>
          </a:prstGeom>
          <a:noFill/>
          <a:ln>
            <a:noFill/>
          </a:ln>
        </p:spPr>
        <p:txBody>
          <a:bodyPr anchorCtr="0" anchor="t" bIns="34275" lIns="68575" spcFirstLastPara="1" rIns="68575" wrap="square" tIns="34275">
            <a:noAutofit/>
          </a:bodyPr>
          <a:lstStyle/>
          <a:p>
            <a:pPr indent="-342900" lvl="0" marL="457200" rtl="0" algn="just">
              <a:lnSpc>
                <a:spcPct val="90000"/>
              </a:lnSpc>
              <a:spcBef>
                <a:spcPts val="800"/>
              </a:spcBef>
              <a:spcAft>
                <a:spcPts val="0"/>
              </a:spcAft>
              <a:buSzPts val="1800"/>
              <a:buFont typeface="Raleway Light"/>
              <a:buChar char="•"/>
            </a:pPr>
            <a:r>
              <a:rPr lang="en" sz="1800">
                <a:latin typeface="Raleway Light"/>
                <a:ea typeface="Raleway Light"/>
                <a:cs typeface="Raleway Light"/>
                <a:sym typeface="Raleway Light"/>
              </a:rPr>
              <a:t>Scraped case judgments data from online public repository ‘Indian Kanoon’.</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SzPts val="1400"/>
              <a:buNone/>
            </a:pPr>
            <a:r>
              <a:t/>
            </a:r>
            <a:endParaRPr sz="1800">
              <a:latin typeface="Raleway Light"/>
              <a:ea typeface="Raleway Light"/>
              <a:cs typeface="Raleway Light"/>
              <a:sym typeface="Raleway Light"/>
            </a:endParaRPr>
          </a:p>
          <a:p>
            <a:pPr indent="-342900" lvl="0" marL="457200" rtl="0" algn="just">
              <a:lnSpc>
                <a:spcPct val="90000"/>
              </a:lnSpc>
              <a:spcBef>
                <a:spcPts val="800"/>
              </a:spcBef>
              <a:spcAft>
                <a:spcPts val="0"/>
              </a:spcAft>
              <a:buSzPts val="1800"/>
              <a:buFont typeface="Raleway Light"/>
              <a:buChar char="•"/>
            </a:pPr>
            <a:r>
              <a:rPr lang="en" sz="1800">
                <a:latin typeface="Raleway Light"/>
                <a:ea typeface="Raleway Light"/>
                <a:cs typeface="Raleway Light"/>
                <a:sym typeface="Raleway Light"/>
              </a:rPr>
              <a:t>The files collected are supreme court judgements from 2021 to 2023</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SzPts val="1400"/>
              <a:buNone/>
            </a:pPr>
            <a:r>
              <a:t/>
            </a:r>
            <a:endParaRPr sz="1800">
              <a:latin typeface="Raleway Light"/>
              <a:ea typeface="Raleway Light"/>
              <a:cs typeface="Raleway Light"/>
              <a:sym typeface="Raleway Light"/>
            </a:endParaRPr>
          </a:p>
          <a:p>
            <a:pPr indent="-342900" lvl="0" marL="457200" rtl="0" algn="just">
              <a:lnSpc>
                <a:spcPct val="90000"/>
              </a:lnSpc>
              <a:spcBef>
                <a:spcPts val="800"/>
              </a:spcBef>
              <a:spcAft>
                <a:spcPts val="0"/>
              </a:spcAft>
              <a:buSzPts val="1800"/>
              <a:buFont typeface="Raleway Light"/>
              <a:buChar char="•"/>
            </a:pPr>
            <a:r>
              <a:rPr lang="en" sz="1800">
                <a:latin typeface="Raleway Light"/>
                <a:ea typeface="Raleway Light"/>
                <a:cs typeface="Raleway Light"/>
                <a:sym typeface="Raleway Light"/>
              </a:rPr>
              <a:t>Currently collected over 2000 Judgments.</a:t>
            </a:r>
            <a:endParaRPr sz="1800">
              <a:latin typeface="Raleway Light"/>
              <a:ea typeface="Raleway Light"/>
              <a:cs typeface="Raleway Light"/>
              <a:sym typeface="Raleway Light"/>
            </a:endParaRPr>
          </a:p>
        </p:txBody>
      </p:sp>
      <p:sp>
        <p:nvSpPr>
          <p:cNvPr id="383" name="Google Shape;383;p17"/>
          <p:cNvSpPr txBox="1"/>
          <p:nvPr/>
        </p:nvSpPr>
        <p:spPr>
          <a:xfrm>
            <a:off x="1091325" y="41400"/>
            <a:ext cx="6363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Raleway"/>
                <a:ea typeface="Raleway"/>
                <a:cs typeface="Raleway"/>
                <a:sym typeface="Raleway"/>
              </a:rPr>
              <a:t>Work Done So Far</a:t>
            </a:r>
            <a:endParaRPr b="1" i="0" sz="3000" u="none" cap="none" strike="noStrike">
              <a:solidFill>
                <a:schemeClr val="dk1"/>
              </a:solidFill>
              <a:latin typeface="Raleway"/>
              <a:ea typeface="Raleway"/>
              <a:cs typeface="Raleway"/>
              <a:sym typeface="Raleway"/>
            </a:endParaRPr>
          </a:p>
        </p:txBody>
      </p:sp>
      <p:sp>
        <p:nvSpPr>
          <p:cNvPr id="384" name="Google Shape;384;p17"/>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85" name="Google Shape;385;p17"/>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86" name="Google Shape;386;p17"/>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8"/>
          <p:cNvSpPr txBox="1"/>
          <p:nvPr>
            <p:ph idx="1" type="body"/>
          </p:nvPr>
        </p:nvSpPr>
        <p:spPr>
          <a:xfrm>
            <a:off x="446850" y="891675"/>
            <a:ext cx="8250300" cy="27516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b="1" lang="en" sz="1800">
                <a:latin typeface="Raleway"/>
                <a:ea typeface="Raleway"/>
                <a:cs typeface="Raleway"/>
                <a:sym typeface="Raleway"/>
              </a:rPr>
              <a:t>ILSI(Indian Legal Statute </a:t>
            </a:r>
            <a:r>
              <a:rPr b="1" lang="en" sz="1800">
                <a:solidFill>
                  <a:srgbClr val="000000"/>
                </a:solidFill>
                <a:latin typeface="Raleway"/>
                <a:ea typeface="Raleway"/>
                <a:cs typeface="Raleway"/>
                <a:sym typeface="Raleway"/>
              </a:rPr>
              <a:t>Identification) Dataset</a:t>
            </a:r>
            <a:endParaRPr b="1" sz="1800">
              <a:solidFill>
                <a:srgbClr val="000000"/>
              </a:solidFill>
              <a:latin typeface="Raleway"/>
              <a:ea typeface="Raleway"/>
              <a:cs typeface="Raleway"/>
              <a:sym typeface="Raleway"/>
            </a:endParaRPr>
          </a:p>
          <a:p>
            <a:pPr indent="-342900" lvl="0" marL="457200" rtl="0" algn="just">
              <a:lnSpc>
                <a:spcPct val="90000"/>
              </a:lnSpc>
              <a:spcBef>
                <a:spcPts val="800"/>
              </a:spcBef>
              <a:spcAft>
                <a:spcPts val="0"/>
              </a:spcAft>
              <a:buClr>
                <a:srgbClr val="000000"/>
              </a:buClr>
              <a:buSzPts val="1800"/>
              <a:buFont typeface="Raleway"/>
              <a:buChar char="•"/>
            </a:pPr>
            <a:r>
              <a:rPr lang="en" sz="1800">
                <a:solidFill>
                  <a:srgbClr val="000000"/>
                </a:solidFill>
                <a:latin typeface="Raleway Light"/>
                <a:ea typeface="Raleway Light"/>
                <a:cs typeface="Raleway Light"/>
                <a:sym typeface="Raleway Light"/>
              </a:rPr>
              <a:t>Large novel dataset that includes facts of cases from several major Indian Courts of Law, and statutes from the Indian Penal Code (IPC). </a:t>
            </a:r>
            <a:endParaRPr sz="1800">
              <a:solidFill>
                <a:srgbClr val="000000"/>
              </a:solidFill>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solidFill>
                <a:srgbClr val="000000"/>
              </a:solidFill>
              <a:latin typeface="Raleway Light"/>
              <a:ea typeface="Raleway Light"/>
              <a:cs typeface="Raleway Light"/>
              <a:sym typeface="Raleway Light"/>
            </a:endParaRPr>
          </a:p>
          <a:p>
            <a:pPr indent="-342900" lvl="0" marL="457200" rtl="0" algn="just">
              <a:lnSpc>
                <a:spcPct val="90000"/>
              </a:lnSpc>
              <a:spcBef>
                <a:spcPts val="0"/>
              </a:spcBef>
              <a:spcAft>
                <a:spcPts val="0"/>
              </a:spcAft>
              <a:buClr>
                <a:srgbClr val="000000"/>
              </a:buClr>
              <a:buSzPts val="1800"/>
              <a:buFont typeface="Raleway"/>
              <a:buChar char="•"/>
            </a:pPr>
            <a:r>
              <a:rPr lang="en" sz="1800">
                <a:solidFill>
                  <a:srgbClr val="000000"/>
                </a:solidFill>
                <a:latin typeface="Raleway Light"/>
                <a:ea typeface="Raleway Light"/>
                <a:cs typeface="Raleway Light"/>
                <a:sym typeface="Raleway Light"/>
              </a:rPr>
              <a:t>Data is modelled as a heterogeneous graph. This to be used for fine-tuning the model for Identifying relevant statutes(law articles) based on the facts of a court case.</a:t>
            </a:r>
            <a:endParaRPr sz="1800">
              <a:solidFill>
                <a:srgbClr val="000000"/>
              </a:solidFill>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solidFill>
                <a:srgbClr val="000000"/>
              </a:solidFill>
              <a:latin typeface="Raleway Light"/>
              <a:ea typeface="Raleway Light"/>
              <a:cs typeface="Raleway Light"/>
              <a:sym typeface="Raleway Light"/>
            </a:endParaRPr>
          </a:p>
          <a:p>
            <a:pPr indent="-342900" lvl="0" marL="457200" rtl="0" algn="just">
              <a:lnSpc>
                <a:spcPct val="90000"/>
              </a:lnSpc>
              <a:spcBef>
                <a:spcPts val="0"/>
              </a:spcBef>
              <a:spcAft>
                <a:spcPts val="0"/>
              </a:spcAft>
              <a:buClr>
                <a:srgbClr val="1A1A1A"/>
              </a:buClr>
              <a:buSzPts val="1800"/>
              <a:buFont typeface="Raleway"/>
              <a:buChar char="•"/>
            </a:pPr>
            <a:r>
              <a:rPr lang="en" sz="1800">
                <a:solidFill>
                  <a:srgbClr val="1A1A1A"/>
                </a:solidFill>
                <a:latin typeface="Raleway"/>
                <a:ea typeface="Raleway"/>
                <a:cs typeface="Raleway"/>
                <a:sym typeface="Raleway"/>
              </a:rPr>
              <a:t>Captures the multi-label nature of the LSI problem. </a:t>
            </a:r>
            <a:endParaRPr sz="1800">
              <a:latin typeface="Raleway Light"/>
              <a:ea typeface="Raleway Light"/>
              <a:cs typeface="Raleway Light"/>
              <a:sym typeface="Raleway Light"/>
            </a:endParaRPr>
          </a:p>
        </p:txBody>
      </p:sp>
      <p:sp>
        <p:nvSpPr>
          <p:cNvPr id="392" name="Google Shape;392;p18"/>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393" name="Google Shape;393;p18"/>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394" name="Google Shape;394;p18"/>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395" name="Google Shape;395;p18"/>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Clr>
                <a:schemeClr val="dk1"/>
              </a:buClr>
              <a:buSzPts val="1400"/>
              <a:buFont typeface="Arial"/>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9"/>
          <p:cNvSpPr txBox="1"/>
          <p:nvPr>
            <p:ph idx="1" type="body"/>
          </p:nvPr>
        </p:nvSpPr>
        <p:spPr>
          <a:xfrm>
            <a:off x="446850" y="858324"/>
            <a:ext cx="8250300" cy="33237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800"/>
              </a:spcBef>
              <a:spcAft>
                <a:spcPts val="0"/>
              </a:spcAft>
              <a:buClr>
                <a:schemeClr val="dk1"/>
              </a:buClr>
              <a:buSzPts val="1100"/>
              <a:buFont typeface="Arial"/>
              <a:buNone/>
            </a:pPr>
            <a:r>
              <a:rPr b="1" lang="en" sz="1800">
                <a:latin typeface="Raleway"/>
                <a:ea typeface="Raleway"/>
                <a:cs typeface="Raleway"/>
                <a:sym typeface="Raleway"/>
              </a:rPr>
              <a:t>ILDC (Indian Legal Documents Corpus)</a:t>
            </a:r>
            <a:endParaRPr b="1" sz="1800">
              <a:latin typeface="Raleway"/>
              <a:ea typeface="Raleway"/>
              <a:cs typeface="Raleway"/>
              <a:sym typeface="Raleway"/>
            </a:endParaRPr>
          </a:p>
          <a:p>
            <a:pPr indent="-342900" lvl="0" marL="457200" rtl="0" algn="just">
              <a:lnSpc>
                <a:spcPct val="90000"/>
              </a:lnSpc>
              <a:spcBef>
                <a:spcPts val="800"/>
              </a:spcBef>
              <a:spcAft>
                <a:spcPts val="0"/>
              </a:spcAft>
              <a:buSzPts val="1800"/>
              <a:buFont typeface="Raleway"/>
              <a:buChar char="•"/>
            </a:pPr>
            <a:r>
              <a:rPr lang="en" sz="1800">
                <a:latin typeface="Raleway Light"/>
                <a:ea typeface="Raleway Light"/>
                <a:cs typeface="Raleway Light"/>
                <a:sym typeface="Raleway Light"/>
              </a:rPr>
              <a:t>ILDC is a collection of English case proceedings from the Supreme Court of India (SCI). A portion of the corpus (a separate test set) is annotated with gold standard explanations by legal experts. </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a:buChar char="•"/>
            </a:pPr>
            <a:r>
              <a:rPr lang="en" sz="1800">
                <a:latin typeface="Raleway Light"/>
                <a:ea typeface="Raleway Light"/>
                <a:cs typeface="Raleway Light"/>
                <a:sym typeface="Raleway Light"/>
              </a:rPr>
              <a:t>Each document is labeled with the judge's decision (accepted or rejected) serving as gold labels.</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a:buChar char="•"/>
            </a:pPr>
            <a:r>
              <a:rPr lang="en" sz="1800">
                <a:latin typeface="Raleway Light"/>
                <a:ea typeface="Raleway Light"/>
                <a:cs typeface="Raleway Light"/>
                <a:sym typeface="Raleway Light"/>
              </a:rPr>
              <a:t>ILDCsingle has documents with a single petition or multiple petitions with identical decisions.ILDCmulti is a superset including cases with multiple petitions leading to different decisions.</a:t>
            </a:r>
            <a:endParaRPr sz="1800">
              <a:latin typeface="Raleway Light"/>
              <a:ea typeface="Raleway Light"/>
              <a:cs typeface="Raleway Light"/>
              <a:sym typeface="Raleway Light"/>
            </a:endParaRPr>
          </a:p>
        </p:txBody>
      </p:sp>
      <p:sp>
        <p:nvSpPr>
          <p:cNvPr id="401" name="Google Shape;401;p19"/>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02" name="Google Shape;402;p19"/>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403" name="Google Shape;403;p19"/>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04" name="Google Shape;404;p19"/>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0"/>
          <p:cNvSpPr txBox="1"/>
          <p:nvPr>
            <p:ph idx="1" type="body"/>
          </p:nvPr>
        </p:nvSpPr>
        <p:spPr>
          <a:xfrm>
            <a:off x="446850" y="888077"/>
            <a:ext cx="8250300" cy="24855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800"/>
              </a:spcBef>
              <a:spcAft>
                <a:spcPts val="0"/>
              </a:spcAft>
              <a:buSzPts val="1400"/>
              <a:buNone/>
            </a:pPr>
            <a:r>
              <a:rPr b="1" lang="en" sz="1800">
                <a:latin typeface="Raleway"/>
                <a:ea typeface="Raleway"/>
                <a:cs typeface="Raleway"/>
                <a:sym typeface="Raleway"/>
              </a:rPr>
              <a:t>Implemented a RAG model and Chatbot Interface</a:t>
            </a:r>
            <a:endParaRPr b="1" sz="1800">
              <a:latin typeface="Raleway"/>
              <a:ea typeface="Raleway"/>
              <a:cs typeface="Raleway"/>
              <a:sym typeface="Raleway"/>
            </a:endParaRPr>
          </a:p>
          <a:p>
            <a:pPr indent="-342900" lvl="0" marL="457200" rtl="0" algn="just">
              <a:lnSpc>
                <a:spcPct val="90000"/>
              </a:lnSpc>
              <a:spcBef>
                <a:spcPts val="800"/>
              </a:spcBef>
              <a:spcAft>
                <a:spcPts val="0"/>
              </a:spcAft>
              <a:buSzPts val="1800"/>
              <a:buChar char="•"/>
            </a:pPr>
            <a:r>
              <a:rPr lang="en" sz="1800">
                <a:latin typeface="Raleway Light"/>
                <a:ea typeface="Raleway Light"/>
                <a:cs typeface="Raleway Light"/>
                <a:sym typeface="Raleway Light"/>
              </a:rPr>
              <a:t>Used </a:t>
            </a:r>
            <a:r>
              <a:rPr lang="en" sz="1800">
                <a:latin typeface="Raleway"/>
                <a:ea typeface="Raleway"/>
                <a:cs typeface="Raleway"/>
                <a:sym typeface="Raleway"/>
              </a:rPr>
              <a:t>llama-2-70b-chat model and GPT-3.5 Turbo models through API calls.</a:t>
            </a:r>
            <a:endParaRPr sz="1800">
              <a:latin typeface="Raleway"/>
              <a:ea typeface="Raleway"/>
              <a:cs typeface="Raleway"/>
              <a:sym typeface="Raleway"/>
            </a:endParaRPr>
          </a:p>
          <a:p>
            <a:pPr indent="0" lvl="0" marL="457200" rtl="0" algn="just">
              <a:lnSpc>
                <a:spcPct val="90000"/>
              </a:lnSpc>
              <a:spcBef>
                <a:spcPts val="800"/>
              </a:spcBef>
              <a:spcAft>
                <a:spcPts val="0"/>
              </a:spcAft>
              <a:buNone/>
            </a:pPr>
            <a:r>
              <a:t/>
            </a:r>
            <a:endParaRPr sz="1800">
              <a:latin typeface="Raleway"/>
              <a:ea typeface="Raleway"/>
              <a:cs typeface="Raleway"/>
              <a:sym typeface="Raleway"/>
            </a:endParaRPr>
          </a:p>
          <a:p>
            <a:pPr indent="-342900" lvl="0" marL="457200" rtl="0" algn="just">
              <a:lnSpc>
                <a:spcPct val="90000"/>
              </a:lnSpc>
              <a:spcBef>
                <a:spcPts val="0"/>
              </a:spcBef>
              <a:spcAft>
                <a:spcPts val="0"/>
              </a:spcAft>
              <a:buSzPts val="1800"/>
              <a:buFont typeface="Raleway"/>
              <a:buChar char="•"/>
            </a:pPr>
            <a:r>
              <a:rPr lang="en" sz="1800">
                <a:latin typeface="Raleway Light"/>
                <a:ea typeface="Raleway Light"/>
                <a:cs typeface="Raleway Light"/>
                <a:sym typeface="Raleway Light"/>
              </a:rPr>
              <a:t>Implemented RAG on documents like Indian-penal code and Indiancivillaw using langchain framework.</a:t>
            </a:r>
            <a:endParaRPr sz="1800">
              <a:latin typeface="Raleway Light"/>
              <a:ea typeface="Raleway Light"/>
              <a:cs typeface="Raleway Light"/>
              <a:sym typeface="Raleway Light"/>
            </a:endParaRPr>
          </a:p>
          <a:p>
            <a:pPr indent="0" lvl="0" marL="457200" rtl="0" algn="just">
              <a:lnSpc>
                <a:spcPct val="90000"/>
              </a:lnSpc>
              <a:spcBef>
                <a:spcPts val="0"/>
              </a:spcBef>
              <a:spcAft>
                <a:spcPts val="0"/>
              </a:spcAft>
              <a:buNone/>
            </a:pPr>
            <a:r>
              <a:t/>
            </a:r>
            <a:endParaRPr sz="1800">
              <a:latin typeface="Raleway Light"/>
              <a:ea typeface="Raleway Light"/>
              <a:cs typeface="Raleway Light"/>
              <a:sym typeface="Raleway Light"/>
            </a:endParaRPr>
          </a:p>
          <a:p>
            <a:pPr indent="-342900" lvl="0" marL="457200" rtl="0" algn="just">
              <a:lnSpc>
                <a:spcPct val="90000"/>
              </a:lnSpc>
              <a:spcBef>
                <a:spcPts val="0"/>
              </a:spcBef>
              <a:spcAft>
                <a:spcPts val="0"/>
              </a:spcAft>
              <a:buSzPts val="1800"/>
              <a:buFont typeface="Raleway"/>
              <a:buChar char="•"/>
            </a:pPr>
            <a:r>
              <a:rPr lang="en" sz="1800">
                <a:latin typeface="Raleway Light"/>
                <a:ea typeface="Raleway Light"/>
                <a:cs typeface="Raleway Light"/>
                <a:sym typeface="Raleway Light"/>
              </a:rPr>
              <a:t>Build an interactive chatbot interface using streamlit framework.</a:t>
            </a:r>
            <a:endParaRPr sz="1800">
              <a:latin typeface="Raleway Light"/>
              <a:ea typeface="Raleway Light"/>
              <a:cs typeface="Raleway Light"/>
              <a:sym typeface="Raleway Light"/>
            </a:endParaRPr>
          </a:p>
          <a:p>
            <a:pPr indent="0" lvl="0" marL="457200" rtl="0" algn="just">
              <a:lnSpc>
                <a:spcPct val="90000"/>
              </a:lnSpc>
              <a:spcBef>
                <a:spcPts val="800"/>
              </a:spcBef>
              <a:spcAft>
                <a:spcPts val="0"/>
              </a:spcAft>
              <a:buSzPts val="1400"/>
              <a:buNone/>
            </a:pPr>
            <a:r>
              <a:t/>
            </a:r>
            <a:endParaRPr sz="1800">
              <a:latin typeface="Raleway Light"/>
              <a:ea typeface="Raleway Light"/>
              <a:cs typeface="Raleway Light"/>
              <a:sym typeface="Raleway Light"/>
            </a:endParaRPr>
          </a:p>
        </p:txBody>
      </p:sp>
      <p:sp>
        <p:nvSpPr>
          <p:cNvPr id="410" name="Google Shape;410;p20"/>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11" name="Google Shape;411;p20"/>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412" name="Google Shape;412;p20"/>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13" name="Google Shape;413;p20"/>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21"/>
          <p:cNvPicPr preferRelativeResize="0"/>
          <p:nvPr/>
        </p:nvPicPr>
        <p:blipFill rotWithShape="1">
          <a:blip r:embed="rId3">
            <a:alphaModFix/>
          </a:blip>
          <a:srcRect b="0" l="0" r="0" t="0"/>
          <a:stretch/>
        </p:blipFill>
        <p:spPr>
          <a:xfrm>
            <a:off x="706888" y="761250"/>
            <a:ext cx="7730224" cy="3907975"/>
          </a:xfrm>
          <a:prstGeom prst="rect">
            <a:avLst/>
          </a:prstGeom>
          <a:noFill/>
          <a:ln>
            <a:noFill/>
          </a:ln>
        </p:spPr>
      </p:pic>
      <p:sp>
        <p:nvSpPr>
          <p:cNvPr id="419" name="Google Shape;419;p21"/>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20" name="Google Shape;420;p21"/>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421" name="Google Shape;421;p21"/>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22" name="Google Shape;422;p21"/>
          <p:cNvSpPr txBox="1"/>
          <p:nvPr/>
        </p:nvSpPr>
        <p:spPr>
          <a:xfrm>
            <a:off x="2848200" y="121050"/>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2"/>
          <p:cNvSpPr txBox="1"/>
          <p:nvPr>
            <p:ph type="title"/>
          </p:nvPr>
        </p:nvSpPr>
        <p:spPr>
          <a:xfrm>
            <a:off x="3209725" y="269623"/>
            <a:ext cx="2859300" cy="4461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Raleway"/>
              <a:buNone/>
            </a:pPr>
            <a:r>
              <a:rPr b="1" lang="en" sz="3000">
                <a:latin typeface="Raleway"/>
                <a:ea typeface="Raleway"/>
                <a:cs typeface="Raleway"/>
                <a:sym typeface="Raleway"/>
              </a:rPr>
              <a:t>Conclusion</a:t>
            </a:r>
            <a:endParaRPr b="1" sz="3000">
              <a:latin typeface="Raleway"/>
              <a:ea typeface="Raleway"/>
              <a:cs typeface="Raleway"/>
              <a:sym typeface="Raleway"/>
            </a:endParaRPr>
          </a:p>
        </p:txBody>
      </p:sp>
      <p:sp>
        <p:nvSpPr>
          <p:cNvPr id="428" name="Google Shape;428;p22"/>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29" name="Google Shape;429;p22"/>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30" name="Google Shape;430;p22"/>
          <p:cNvSpPr txBox="1"/>
          <p:nvPr>
            <p:ph idx="1" type="body"/>
          </p:nvPr>
        </p:nvSpPr>
        <p:spPr>
          <a:xfrm>
            <a:off x="591611" y="1099665"/>
            <a:ext cx="7960800" cy="2835600"/>
          </a:xfrm>
          <a:prstGeom prst="rect">
            <a:avLst/>
          </a:prstGeom>
          <a:noFill/>
          <a:ln>
            <a:noFill/>
          </a:ln>
        </p:spPr>
        <p:txBody>
          <a:bodyPr anchorCtr="0" anchor="t" bIns="34275" lIns="68575" spcFirstLastPara="1" rIns="68575" wrap="square" tIns="34275">
            <a:noAutofit/>
          </a:bodyPr>
          <a:lstStyle/>
          <a:p>
            <a:pPr indent="-279400" lvl="0" marL="342900" rtl="0" algn="just">
              <a:lnSpc>
                <a:spcPct val="90000"/>
              </a:lnSpc>
              <a:spcBef>
                <a:spcPts val="800"/>
              </a:spcBef>
              <a:spcAft>
                <a:spcPts val="0"/>
              </a:spcAft>
              <a:buSzPts val="1800"/>
              <a:buFont typeface="Raleway"/>
              <a:buChar char="•"/>
            </a:pPr>
            <a:r>
              <a:rPr lang="en" sz="1800">
                <a:solidFill>
                  <a:schemeClr val="dk1"/>
                </a:solidFill>
                <a:latin typeface="Raleway"/>
                <a:ea typeface="Raleway"/>
                <a:cs typeface="Raleway"/>
                <a:sym typeface="Raleway"/>
              </a:rPr>
              <a:t>T</a:t>
            </a:r>
            <a:r>
              <a:rPr i="0" lang="en" sz="1800">
                <a:solidFill>
                  <a:schemeClr val="dk1"/>
                </a:solidFill>
                <a:latin typeface="Raleway"/>
                <a:ea typeface="Raleway"/>
                <a:cs typeface="Raleway"/>
                <a:sym typeface="Raleway"/>
              </a:rPr>
              <a:t>he "Intelligent Legal Advisor" represents a significant step forward in the accessibility of legal advice. By leveraging advanced technologies, a rich dataset, and thoughtful prompt engineering, we've developed a chatbot that is set to make a real impact in the legal world.</a:t>
            </a:r>
            <a:endParaRPr i="0" sz="1800">
              <a:solidFill>
                <a:schemeClr val="dk1"/>
              </a:solidFill>
              <a:latin typeface="Raleway"/>
              <a:ea typeface="Raleway"/>
              <a:cs typeface="Raleway"/>
              <a:sym typeface="Raleway"/>
            </a:endParaRPr>
          </a:p>
          <a:p>
            <a:pPr indent="0" lvl="0" marL="457200" rtl="0" algn="just">
              <a:lnSpc>
                <a:spcPct val="90000"/>
              </a:lnSpc>
              <a:spcBef>
                <a:spcPts val="800"/>
              </a:spcBef>
              <a:spcAft>
                <a:spcPts val="0"/>
              </a:spcAft>
              <a:buNone/>
            </a:pPr>
            <a:r>
              <a:t/>
            </a:r>
            <a:endParaRPr sz="1800">
              <a:latin typeface="Raleway"/>
              <a:ea typeface="Raleway"/>
              <a:cs typeface="Raleway"/>
              <a:sym typeface="Raleway"/>
            </a:endParaRPr>
          </a:p>
          <a:p>
            <a:pPr indent="-279400" lvl="0" marL="342900" rtl="0" algn="just">
              <a:lnSpc>
                <a:spcPct val="90000"/>
              </a:lnSpc>
              <a:spcBef>
                <a:spcPts val="800"/>
              </a:spcBef>
              <a:spcAft>
                <a:spcPts val="0"/>
              </a:spcAft>
              <a:buSzPts val="1800"/>
              <a:buFont typeface="Raleway"/>
              <a:buChar char="•"/>
            </a:pPr>
            <a:r>
              <a:rPr i="0" lang="en" sz="1800">
                <a:solidFill>
                  <a:schemeClr val="dk1"/>
                </a:solidFill>
                <a:latin typeface="Raleway"/>
                <a:ea typeface="Raleway"/>
                <a:cs typeface="Raleway"/>
                <a:sym typeface="Raleway"/>
              </a:rPr>
              <a:t>Our system empowers individuals with personalized, secure, and user-friendly legal guidance, while also focusing on enhancing legal literacy. We're excited about the potential of this project and the positive changes it can bring to the legal landscape.</a:t>
            </a:r>
            <a:endParaRPr sz="1800">
              <a:latin typeface="Raleway Light"/>
              <a:ea typeface="Raleway Light"/>
              <a:cs typeface="Raleway Light"/>
              <a:sym typeface="Raleway Light"/>
            </a:endParaRPr>
          </a:p>
          <a:p>
            <a:pPr indent="-165100" lvl="0" marL="342900" rtl="0" algn="just">
              <a:lnSpc>
                <a:spcPct val="90000"/>
              </a:lnSpc>
              <a:spcBef>
                <a:spcPts val="800"/>
              </a:spcBef>
              <a:spcAft>
                <a:spcPts val="0"/>
              </a:spcAft>
              <a:buClr>
                <a:schemeClr val="dk1"/>
              </a:buClr>
              <a:buSzPts val="1400"/>
              <a:buNone/>
            </a:pPr>
            <a:r>
              <a:t/>
            </a:r>
            <a:endParaRPr sz="1800">
              <a:latin typeface="Raleway"/>
              <a:ea typeface="Raleway"/>
              <a:cs typeface="Raleway"/>
              <a:sym typeface="Raleway"/>
            </a:endParaRPr>
          </a:p>
        </p:txBody>
      </p:sp>
      <p:sp>
        <p:nvSpPr>
          <p:cNvPr id="431" name="Google Shape;431;p22"/>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3"/>
          <p:cNvSpPr txBox="1"/>
          <p:nvPr>
            <p:ph type="title"/>
          </p:nvPr>
        </p:nvSpPr>
        <p:spPr>
          <a:xfrm>
            <a:off x="3473877" y="95350"/>
            <a:ext cx="2738700" cy="5160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Clr>
                <a:schemeClr val="dk1"/>
              </a:buClr>
              <a:buSzPts val="3000"/>
              <a:buFont typeface="Raleway"/>
              <a:buNone/>
            </a:pPr>
            <a:r>
              <a:rPr b="1" lang="en" sz="3000">
                <a:latin typeface="Raleway"/>
                <a:ea typeface="Raleway"/>
                <a:cs typeface="Raleway"/>
                <a:sym typeface="Raleway"/>
              </a:rPr>
              <a:t>References</a:t>
            </a:r>
            <a:endParaRPr b="1" sz="3000">
              <a:latin typeface="Raleway"/>
              <a:ea typeface="Raleway"/>
              <a:cs typeface="Raleway"/>
              <a:sym typeface="Raleway"/>
            </a:endParaRPr>
          </a:p>
        </p:txBody>
      </p:sp>
      <p:sp>
        <p:nvSpPr>
          <p:cNvPr id="437" name="Google Shape;437;p23"/>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38" name="Google Shape;438;p23"/>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39" name="Google Shape;439;p23"/>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440" name="Google Shape;440;p23"/>
          <p:cNvSpPr txBox="1"/>
          <p:nvPr/>
        </p:nvSpPr>
        <p:spPr>
          <a:xfrm>
            <a:off x="438346" y="547722"/>
            <a:ext cx="8013600" cy="43176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[1] Payal Bajaj, Daniel Campos, Nick Craswell, Li Deng, Jianfeng Gao, Xiaodong Liu, Rangan Majumder, Andrew McNamara, Bhaskar Mitra, Tri Nguyen, Mir Rosenberg, Xia Song, Alina Stoica, Saurabh Tiwary, and Tong Wang. MS MARCO: A Human Generated MAchine Reading COmprehension Dataset. arXiv:1611.09268 [cs], November 2016. URL http: //arxiv.org/abs/1611.09268. arXiv: 1611.09268.</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[2] Iz Beltagy, Matthew E. Peters, and Arman Cohan. 2020. Longformer: The Long-Document Transformer. arXiv:2004.05150 (2020)</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[3] Christopher Clark and Matt Gardner. Simple and Effective Multi-Paragraph Reading Comprehension. arXiv:1710.10723 [cs], October 2017. URL http://arxiv.org/abs/1710.10723. arXiv: 1710.10723.</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[4] Angela Fan, Claire Gardent, Chloe Braud, and Antoine Bordes. Augmenting transformers with KNN-based composite memory, 2020. URL https://openreview.net/forum?id= H1gx1CNKPH.</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[5] Paheli Bhattacharya, Shounak Paul, Kripabandhu Ghosh, Saptarshi Ghosh, and Adam Wyner. 2021. DeepRhole: deep learning for rhetorical role labeling of sentences in legal case documents. Artificial Intelligence and Law (11 2021), 1–38</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[6] Ilias Chalkidis et al . 2022. LexGLUE: A Benchmark Dataset for Legal Language Understanding in English. In Proc. of ACL .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[7] Ilias Chalkidis, Ion Androutsopoulos, and Nikolaos Aletras. 2019. Neural Legal Judgment Prediction in English. In Proc. of ACL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4"/>
          <p:cNvSpPr txBox="1"/>
          <p:nvPr>
            <p:ph idx="12" type="sldNum"/>
          </p:nvPr>
        </p:nvSpPr>
        <p:spPr>
          <a:xfrm>
            <a:off x="628650" y="4800678"/>
            <a:ext cx="274200" cy="185100"/>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46" name="Google Shape;446;p24"/>
          <p:cNvSpPr txBox="1"/>
          <p:nvPr>
            <p:ph idx="10" type="dt"/>
          </p:nvPr>
        </p:nvSpPr>
        <p:spPr>
          <a:xfrm>
            <a:off x="7971859" y="4800678"/>
            <a:ext cx="480000" cy="185100"/>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47" name="Google Shape;447;p24"/>
          <p:cNvSpPr txBox="1"/>
          <p:nvPr>
            <p:ph idx="11" type="ftr"/>
          </p:nvPr>
        </p:nvSpPr>
        <p:spPr>
          <a:xfrm>
            <a:off x="4023360" y="4800678"/>
            <a:ext cx="1097400" cy="185100"/>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
        <p:nvSpPr>
          <p:cNvPr id="448" name="Google Shape;448;p24"/>
          <p:cNvSpPr txBox="1"/>
          <p:nvPr/>
        </p:nvSpPr>
        <p:spPr>
          <a:xfrm>
            <a:off x="457975" y="667055"/>
            <a:ext cx="8038800" cy="17316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[8] LeSICiN: A Heterogeneous Graph-based Approach for Automatic Legal Statute Identification from Indian Legal Documents Shounak Paul, Pawan Goyal, Saptarshi Ghosh.arXiv:2112.14731v1 [cs.CL] 29 Dec 2021</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[9] IIITH-ILSC Speech Database for Indian Language Identification Ravi Kumar Vuddagiri, Krishna Gurugubelli, Priyam Jain, Hari Krishna Vydana, Anil Kumar Vuppala 6th Workshop on Spoken Language Technologies for Under-Resourced Languages (SLTU 2018) 29-31 August 2018, Gurugram, India.</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[10] </a:t>
            </a:r>
            <a:r>
              <a:rPr b="0" i="0" lang="en" sz="1200" u="sng" cap="none" strike="noStrike">
                <a:solidFill>
                  <a:schemeClr val="hlink"/>
                </a:solidFill>
                <a:latin typeface="Raleway"/>
                <a:ea typeface="Raleway"/>
                <a:cs typeface="Raleway"/>
                <a:sym typeface="Raleway"/>
                <a:hlinkClick r:id="rId3"/>
              </a:rPr>
              <a:t>https://paperswithcode.com/dataset/ildc</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[11] F. Richardson, D. Reynolds, and N. Dehak, “A unified deep neu-</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ral network for speaker and language recognition,” arXiv preprint</a:t>
            </a:r>
            <a:endParaRPr b="0" i="0" sz="1200" u="none" cap="none" strike="noStrike">
              <a:solidFill>
                <a:srgbClr val="000000"/>
              </a:solidFill>
              <a:latin typeface="Raleway"/>
              <a:ea typeface="Raleway"/>
              <a:cs typeface="Raleway"/>
              <a:sym typeface="Raleway"/>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aleway"/>
                <a:ea typeface="Raleway"/>
                <a:cs typeface="Raleway"/>
                <a:sym typeface="Raleway"/>
              </a:rPr>
              <a:t>arXiv:1504.00923, 2015.</a:t>
            </a:r>
            <a:endParaRPr b="0" i="0" sz="1200" u="none" cap="none" strike="noStrike">
              <a:solidFill>
                <a:srgbClr val="000000"/>
              </a:solidFill>
              <a:latin typeface="Raleway"/>
              <a:ea typeface="Raleway"/>
              <a:cs typeface="Raleway"/>
              <a:sym typeface="Raleway"/>
            </a:endParaRPr>
          </a:p>
        </p:txBody>
      </p:sp>
      <p:sp>
        <p:nvSpPr>
          <p:cNvPr id="449" name="Google Shape;449;p24"/>
          <p:cNvSpPr txBox="1"/>
          <p:nvPr/>
        </p:nvSpPr>
        <p:spPr>
          <a:xfrm>
            <a:off x="2848200" y="104825"/>
            <a:ext cx="3447600" cy="640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800"/>
              </a:spcBef>
              <a:spcAft>
                <a:spcPts val="0"/>
              </a:spcAft>
              <a:buNone/>
            </a:pPr>
            <a:r>
              <a:rPr b="1" lang="en" sz="3000">
                <a:solidFill>
                  <a:schemeClr val="dk1"/>
                </a:solidFill>
                <a:latin typeface="Raleway"/>
                <a:ea typeface="Raleway"/>
                <a:cs typeface="Raleway"/>
                <a:sym typeface="Raleway"/>
              </a:rPr>
              <a:t>Cont.</a:t>
            </a:r>
            <a:endParaRPr b="1" sz="3000">
              <a:solidFill>
                <a:schemeClr val="dk1"/>
              </a:solidFill>
              <a:latin typeface="Raleway"/>
              <a:ea typeface="Raleway"/>
              <a:cs typeface="Raleway"/>
              <a:sym typeface="Ralew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5"/>
          <p:cNvSpPr txBox="1"/>
          <p:nvPr>
            <p:ph type="title"/>
          </p:nvPr>
        </p:nvSpPr>
        <p:spPr>
          <a:xfrm>
            <a:off x="2759194" y="2191200"/>
            <a:ext cx="3717000" cy="761100"/>
          </a:xfrm>
          <a:prstGeom prst="rect">
            <a:avLst/>
          </a:prstGeom>
          <a:noFill/>
          <a:ln>
            <a:noFill/>
          </a:ln>
        </p:spPr>
        <p:txBody>
          <a:bodyPr anchorCtr="0" anchor="b" bIns="34275" lIns="68575" spcFirstLastPara="1" rIns="68575" wrap="square" tIns="34275">
            <a:noAutofit/>
          </a:bodyPr>
          <a:lstStyle/>
          <a:p>
            <a:pPr indent="0" lvl="0" marL="0" rtl="0" algn="just">
              <a:lnSpc>
                <a:spcPct val="100000"/>
              </a:lnSpc>
              <a:spcBef>
                <a:spcPts val="0"/>
              </a:spcBef>
              <a:spcAft>
                <a:spcPts val="0"/>
              </a:spcAft>
              <a:buClr>
                <a:schemeClr val="dk1"/>
              </a:buClr>
              <a:buSzPts val="4500"/>
              <a:buFont typeface="Raleway"/>
              <a:buNone/>
            </a:pPr>
            <a:r>
              <a:rPr b="1" lang="en">
                <a:latin typeface="Raleway"/>
                <a:ea typeface="Raleway"/>
                <a:cs typeface="Raleway"/>
                <a:sym typeface="Raleway"/>
              </a:rPr>
              <a:t>THANK</a:t>
            </a:r>
            <a:r>
              <a:rPr b="1" lang="en"/>
              <a:t> YOU</a:t>
            </a:r>
            <a:endParaRPr b="1"/>
          </a:p>
        </p:txBody>
      </p:sp>
      <p:sp>
        <p:nvSpPr>
          <p:cNvPr id="455" name="Google Shape;455;p25"/>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56" name="Google Shape;456;p25"/>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57" name="Google Shape;457;p25"/>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6"/>
          <p:cNvSpPr txBox="1"/>
          <p:nvPr>
            <p:ph type="title"/>
          </p:nvPr>
        </p:nvSpPr>
        <p:spPr>
          <a:xfrm>
            <a:off x="854964" y="2191131"/>
            <a:ext cx="7434072" cy="76123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chemeClr val="dk1"/>
              </a:buClr>
              <a:buSzPts val="4500"/>
              <a:buFont typeface="Raleway"/>
              <a:buNone/>
            </a:pPr>
            <a:r>
              <a:rPr b="1" lang="en">
                <a:latin typeface="Raleway"/>
                <a:ea typeface="Raleway"/>
                <a:cs typeface="Raleway"/>
                <a:sym typeface="Raleway"/>
              </a:rPr>
              <a:t>QUESTIONS?</a:t>
            </a:r>
            <a:endParaRPr b="1"/>
          </a:p>
        </p:txBody>
      </p:sp>
      <p:sp>
        <p:nvSpPr>
          <p:cNvPr id="463" name="Google Shape;463;p26"/>
          <p:cNvSpPr txBox="1"/>
          <p:nvPr>
            <p:ph idx="12" type="sldNum"/>
          </p:nvPr>
        </p:nvSpPr>
        <p:spPr>
          <a:xfrm>
            <a:off x="628650" y="4800678"/>
            <a:ext cx="27432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
        <p:nvSpPr>
          <p:cNvPr id="464" name="Google Shape;464;p26"/>
          <p:cNvSpPr txBox="1"/>
          <p:nvPr>
            <p:ph idx="10" type="dt"/>
          </p:nvPr>
        </p:nvSpPr>
        <p:spPr>
          <a:xfrm>
            <a:off x="7971859" y="4800678"/>
            <a:ext cx="48006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17-Nov-23</a:t>
            </a:r>
            <a:endParaRPr/>
          </a:p>
        </p:txBody>
      </p:sp>
      <p:sp>
        <p:nvSpPr>
          <p:cNvPr id="465" name="Google Shape;465;p26"/>
          <p:cNvSpPr txBox="1"/>
          <p:nvPr>
            <p:ph idx="11" type="ftr"/>
          </p:nvPr>
        </p:nvSpPr>
        <p:spPr>
          <a:xfrm>
            <a:off x="4023360" y="4800678"/>
            <a:ext cx="1097280" cy="185166"/>
          </a:xfrm>
          <a:prstGeom prst="rect">
            <a:avLst/>
          </a:prstGeom>
          <a:noFill/>
          <a:ln>
            <a:noFill/>
          </a:ln>
        </p:spPr>
        <p:txBody>
          <a:bodyPr anchorCtr="0" anchor="ctr" bIns="34275" lIns="0" spcFirstLastPara="1" rIns="0" wrap="square" tIns="34275">
            <a:noAutofit/>
          </a:bodyPr>
          <a:lstStyle/>
          <a:p>
            <a:pPr indent="0" lvl="0" marL="0" rtl="0" algn="ctr">
              <a:lnSpc>
                <a:spcPct val="100000"/>
              </a:lnSpc>
              <a:spcBef>
                <a:spcPts val="0"/>
              </a:spcBef>
              <a:spcAft>
                <a:spcPts val="0"/>
              </a:spcAft>
              <a:buSzPts val="1100"/>
              <a:buNone/>
            </a:pPr>
            <a:r>
              <a:rPr lang="en"/>
              <a:t>Project Phase 1 (ADD-415) :First Review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Hashif</dc:creator>
</cp:coreProperties>
</file>